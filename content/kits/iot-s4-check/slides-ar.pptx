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عالم متصل: اختبار الوحدة،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عالم متصل: مراجعة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٤، اختبار الوحدة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عالم متصل: اختبار الوحدة،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الدورة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تتحدّث الأشياء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مرّرها: الشبكات المتشابكة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احمِ الأشياء المتصلة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مشروعك المتصل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عالم متصل: اختبار الوحدة،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الكبرى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وسيلة إرسال توازن بين المدى والطاقة والبيانات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الشبكة المتشابكة تمرّر الرسائل وتُصلح نفسها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عادات بسيطة توقف معظم الهجمات على الأجهزة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صمّم مع من تصمّم لهم، واجعل تصميمك يفشل بأمان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عالم متصل: اختبار الوحدة،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اختبر نفسك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أجب عن كل سؤال على الورق أولًا، دون أن تعود إلى الدروس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صحّح إجاباتك واقرأ كل شرح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أعد تجربة المختبر من الدرس الذي وجدته أصعب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اشرح فكرة كبرى واحدة لصديق أو لأحد في البيت</a:t>
            </a:r>
            <a:endParaRPr lang="ar-SA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عالم متصل: اختبار الوحدة،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فكرة فاجأتك أكثر من غيرها،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ستلاحظ هذا في البيت أو في المدينة هذا الأسبوع؟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تودّ أن تبني أو تجرّب بعد ذلك؟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عالم متصل: اختبار الوحدة،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نفسك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شيء أستطيع الآن أن أشرحه، وشيء أريد أن أجرّبه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عالم متصل: اختبار الوحدة</dc:title>
  <dc:subject>PptxGenJS Presentation</dc:subject>
  <dc:creator>Darsi</dc:creator>
  <cp:lastModifiedBy>Darsi</cp:lastModifiedBy>
  <cp:revision>1</cp:revision>
  <dcterms:created xsi:type="dcterms:W3CDTF">2026-10-28T14:44:25Z</dcterms:created>
  <dcterms:modified xsi:type="dcterms:W3CDTF">2026-10-28T14:44:25Z</dcterms:modified>
</cp:coreProperties>
</file>