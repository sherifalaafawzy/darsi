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connected world: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world: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connected world: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course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things talk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it on: mesh networks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connected things safe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connected project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connected world: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radio trades range, power and data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mesh passes messages on and heals itself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habits stop most attacks on devices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with the people it's for, and fail safe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connected world: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each question on paper first, without looking back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answers and read every explanation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the lab from the lesson you found hardest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big idea to a friend or someone at home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connected world: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surprised you most,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you notice this at home or in town this week?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build or try next?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 connected world: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can now explain, and one thing I want to try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connected world: unit check</dc:title>
  <dc:subject>PptxGenJS Presentation</dc:subject>
  <dc:creator>Darsi</dc:creator>
  <cp:lastModifiedBy>Darsi</cp:lastModifiedBy>
  <cp:revision>1</cp:revision>
  <dcterms:created xsi:type="dcterms:W3CDTF">2026-10-28T14:44:25Z</dcterms:created>
  <dcterms:modified xsi:type="dcterms:W3CDTF">2026-10-28T14:44:25Z</dcterms:modified>
</cp:coreProperties>
</file>