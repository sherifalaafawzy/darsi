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what’s fair?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five questions of any AI: fair, private, open, responsible, agreed.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the values inside an AI are people’s choices.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harm of deepfakes and of AI used to watch people, and what you can do.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well isn’t the same as right to use: ask all five questions.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mistake is worse is a value, and people choose it, so it can be questioned.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share, never make or forward fakes, and report them.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five-question debate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List three AIs that decide things about you or your family.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(6 min): Ask the five questions about one of them.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(6 min): Take sides on face recognition for attendance and plan your points.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(8 min): Each side speaks for two minutes, then answers one question.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(4 min): Vote, then each person says what would change their mind.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group of friends, a class or your family. You need paper and a pen; no phone is needed.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five questions matters most to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decide which mistake a school camera treats as worse?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if a fake voice note of a teacher reached your class group?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decides what’s fair?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AI you use, and one of the five questions it hasn’t answered for you.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decides what’s fair?</dc:title>
  <dc:subject>PptxGenJS Presentation</dc:subject>
  <dc:creator>Darsi</dc:creator>
  <cp:lastModifiedBy>Darsi</cp:lastModifiedBy>
  <cp:revision>1</cp:revision>
  <dcterms:created xsi:type="dcterms:W3CDTF">2026-10-28T14:43:41Z</dcterms:created>
  <dcterms:modified xsi:type="dcterms:W3CDTF">2026-10-28T14:43:41Z</dcterms:modified>
</cp:coreProperties>
</file>