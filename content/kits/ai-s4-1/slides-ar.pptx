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مَن يقرّر ما العدل؟،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FF0C4"/>
          </a:solidFill>
          <a:ln w="12700">
            <a:solidFill>
              <a:srgbClr val="FFF0C4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مَن يقرّر ما العدل؟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7A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الاصطناعي، المستوى ٤، الدرس ١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مَن يقرّر ما العدل؟،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سنتعلّم اليوم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نطرح خمسة أسئلة على أيّ ذكاء اصطناعي: العدل، والخصوصية، والشفافية، والمسؤولية، والموافقة.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نشرح لماذا تكون القيم التي في داخل الذكاء الاصطناعي اختيارات بشرية.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نصف ضرر التزييف العميق والذكاء الاصطناعي المستخدم لمراقبة الناس، وما نستطيع فعله.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مَن يقرّر ما العدل؟،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تذكّر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أن يعمل جيدًا لا يعني أن استخدامه صواب: اطرح الأسئلة الخمسة كلّها.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تحديد الخطأ الأسوأ قيمة يختارها الناس، ولذلك يمكن مناقشتها.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تحقّق قبل أن تشارك، ولا تصنع تزييفًا ولا تُعِد إرساله أبدًا، وبلّغ عنه.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مَن يقرّر ما العدل؟،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مناظرة الأسئلة الخمسة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ar-SA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التمهيد (٣ دقائق): اكتب ثلاثة أنظمة ذكاء اصطناعي تقرّر أمورًا تخصّك أو تخصّ أسرتك.</a:t>
            </a:r>
            <a:endParaRPr lang="ar-SA" sz="2000" dirty="0"/>
          </a:p>
          <a:p>
            <a:pPr rtl="1" algn="r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ar-SA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الأسئلة الخمسة (٦ دقائق): اطرح الأسئلة الخمسة على واحد منها.</a:t>
            </a:r>
            <a:endParaRPr lang="ar-SA" sz="2000" dirty="0"/>
          </a:p>
          <a:p>
            <a:pPr rtl="1" algn="r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ar-SA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التحضير (٦ دقائق): انقسموا حول التعرّف على الوجوه لتسجيل الحضور، وجهّزوا نقاطكم.</a:t>
            </a:r>
            <a:endParaRPr lang="ar-SA" sz="2000" dirty="0"/>
          </a:p>
          <a:p>
            <a:pPr rtl="1" algn="r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ar-SA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المناظرة (٨ دقائق): يتحدّث كلّ فريق دقيقتين، ثم يجيب عن سؤال واحد.</a:t>
            </a:r>
            <a:endParaRPr lang="ar-SA" sz="2000" dirty="0"/>
          </a:p>
          <a:p>
            <a:pPr rtl="1" algn="r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ar-SA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التصويت (٤ دقائق): صوّتوا، ثم يقول كلّ واحد ما الذي قد يغيّر رأيه.</a:t>
            </a:r>
            <a:endParaRPr lang="ar-SA" sz="20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2011680"/>
          </a:xfrm>
          <a:prstGeom prst="roundRect">
            <a:avLst>
              <a:gd name="adj" fmla="val 9091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لمجموعة من الأصدقاء، أو لصف، أو لأسرتك. تحتاج إلى ورقة وقلم، ولا حاجة إلى هاتف.</a:t>
            </a:r>
            <a:endParaRPr lang="ar-SA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مَن يقرّر ما العدل؟،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 الأسئلة الخمسة أهمّ عندك، ولماذا؟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مَن ينبغي أن يقرّر أيّ خطأ تعدّه كاميرا المدرسة أسوأ؟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تفعل لو وصلت إلى مجموعة صفّك رسالة صوتية مزيّفة بصوت معلّم؟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مَن يقرّر ما العدل؟،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الخروج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اذكر نظام ذكاء اصطناعي تستخدمه، وسؤالًا واحدًا من الأسئلة الخمسة لم يُجِب عنه بعد.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مَن يقرّر ما العدل؟</dc:title>
  <dc:subject>PptxGenJS Presentation</dc:subject>
  <dc:creator>Darsi</dc:creator>
  <cp:lastModifiedBy>Darsi</cp:lastModifiedBy>
  <cp:revision>1</cp:revision>
  <dcterms:created xsi:type="dcterms:W3CDTF">2026-10-28T14:43:41Z</dcterms:created>
  <dcterms:modified xsi:type="dcterms:W3CDTF">2026-10-28T14:43:41Z</dcterms:modified>
</cp:coreProperties>
</file>