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حافظ على عمله وأمانه، ١</a:t>
            </a:r>
            <a:endParaRPr lang="ar-SA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CCF2EC"/>
          </a:solidFill>
          <a:ln w="12700">
            <a:solidFill>
              <a:srgbClr val="CCF2EC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حافظ على عمله وأمانه</a:t>
            </a:r>
            <a:endParaRPr lang="ar-SA" sz="5400" dirty="0"/>
          </a:p>
        </p:txBody>
      </p:sp>
      <p:sp>
        <p:nvSpPr>
          <p:cNvPr id="8" name="Text 4"/>
          <p:cNvSpPr/>
          <p:nvPr/>
        </p:nvSpPr>
        <p:spPr>
          <a:xfrm>
            <a:off x="438912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065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إنترنت الأشياء، المستوى ٤، الدرس ٣</a:t>
            </a:r>
            <a:endParaRPr lang="ar-SA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حافظ على عمله وأمانه، ٢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سنتعلّم اليوم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نخطّط للصيانة: البطاريات، والتنظيف، وإعادة المعايرة، ونبضة تكشف العطل الصامت.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نؤمّن الأجهزة: كلمات مرور جديدة، وتحديثات، وشبكة منفصلة، والبيانات اللازمة فقط.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نسلّم النظام بحيث يستمر بعد انتهاء فريق المشروع.</a:t>
            </a:r>
            <a:endParaRPr lang="ar-SA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حافظ على عمله وأمانه، ٣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أبقِه حيًّا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صيانة في جدول مكتوب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نبضة ووقت آخر ظهور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كلمات مرور جديدة، وتحديثات، وشبكة خاصة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التسليم قبل أن يغادر أحد</a:t>
            </a:r>
            <a:endParaRPr lang="ar-SA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حافظ على عمله وأمانه، ٤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البحث عن الأعطال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416052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ar-SA" altLang="en-US" sz="22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تمهيد (٥ دقائق): مستشعر الحديقة الذي قال ٤٠٪ طوال العطلة.</a:t>
            </a:r>
            <a:endParaRPr lang="ar-SA" sz="2200" dirty="0"/>
          </a:p>
          <a:p>
            <a:pPr rtl="1" algn="r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ar-SA" altLang="en-US" sz="22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الشرح (٨ دقائق): الصيانة، والنبضة، وميراي، وعادات الأمان.</a:t>
            </a:r>
            <a:endParaRPr lang="ar-SA" sz="2200" dirty="0"/>
          </a:p>
          <a:p>
            <a:pPr rtl="1" algn="r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ar-SA" altLang="en-US" sz="22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البحث (١٢ دقيقة): تكتب المجموعات الأعطال: كيف نلاحظها، ومن يصلحها، وكيف نمنعها.</a:t>
            </a:r>
            <a:endParaRPr lang="ar-SA" sz="2200" dirty="0"/>
          </a:p>
          <a:p>
            <a:pPr rtl="1" algn="r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ar-SA" altLang="en-US" sz="22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المشاركة (٧ دقائق): تضيف كل مجموعة أفضل ثلاثة إلى جدول الصف.</a:t>
            </a:r>
            <a:endParaRPr lang="ar-SA" sz="2200" dirty="0"/>
          </a:p>
          <a:p>
            <a:pPr rtl="1" algn="r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ar-SA" altLang="en-US" sz="22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الدليل (٨ دقائق): نكتب دليل الجهاز في صفحة واحدة معًا.</a:t>
            </a:r>
            <a:endParaRPr lang="ar-SA" sz="22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علّم الدفاع فقط: لا تجرّب أبدًا كلمات مرور على أجهزة لا تملكها. وقبل الحصة، اعرف من يعتني بموجّه المدرسة، كي يذكر الدليل شخصًا حقيقيًا.</a:t>
            </a:r>
            <a:endParaRPr lang="ar-SA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حافظ على عمله وأمانه، ٥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لنتناقش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أيّ عطل ستلاحظه مدرستك آخرًا، ولماذا؟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أين ينبغي أن تحفظ المدرسة كلمات مرور المشروع؟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في الصف الأدنى يستطيع أن ينضمّ إلى الفريق الآن؟</a:t>
            </a:r>
            <a:endParaRPr lang="ar-SA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حافظ على عمله وأمانه، ٦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بطاقة الخروج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اذكر عطلًا صامتًا واحدًا، وكيف تكشفه النبضة.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حافظ على عمله وأمانه</dc:title>
  <dc:subject>PptxGenJS Presentation</dc:subject>
  <dc:creator>Darsi</dc:creator>
  <cp:lastModifiedBy>Darsi</cp:lastModifiedBy>
  <cp:revision>1</cp:revision>
  <dcterms:created xsi:type="dcterms:W3CDTF">2026-10-28T09:45:06Z</dcterms:created>
  <dcterms:modified xsi:type="dcterms:W3CDTF">2026-10-28T09:45:06Z</dcterms:modified>
</cp:coreProperties>
</file>