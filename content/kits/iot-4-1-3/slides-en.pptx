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it running and secure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running and secure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it running and secure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maintenance: batteries, cleaning, recalibration, and a heartbeat that shows a silent failure.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devices: new passwords, updates, a separate network, only the data needed.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the system over so it outlives the project team.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it running and secure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alive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Upkeep on a written rota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heartbeat and a last-seen time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passwords, updates, its own network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over before anyone leaves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it running and secure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hunt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The garden sensor that said 40% all holiday.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Upkeep, the heartbeat, Mirai and the security habits.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(12 min): Groups list failures: how we'd notice, who fixes, prevention.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Groups add their best three to a class table.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(8 min): Write the device's one-page guide together.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defence only: never try passwords on devices you don't own. Before class, find out who looks after the school's router, so the guide names a real person.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it running and secure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failure would your school notice last,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the school keep the project's passwords?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in the year below could join the team now?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Keep it running and secure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silent failure, and say how a heartbeat would reveal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 it running and secure</dc:title>
  <dc:subject>PptxGenJS Presentation</dc:subject>
  <dc:creator>Darsi</dc:creator>
  <cp:lastModifiedBy>Darsi</cp:lastModifiedBy>
  <cp:revision>1</cp:revision>
  <dcterms:created xsi:type="dcterms:W3CDTF">2026-10-28T09:45:06Z</dcterms:created>
  <dcterms:modified xsi:type="dcterms:W3CDTF">2026-10-28T09:45:06Z</dcterms:modified>
</cp:coreProperties>
</file>