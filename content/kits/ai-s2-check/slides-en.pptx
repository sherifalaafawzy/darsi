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Talking to AI honestly: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Talking to AI honestly: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2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Talking to AI honestly: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unit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chatbot writes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good questions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facts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Learn, don’t copy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Talking to AI honestly: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chatbot writes what’s likely, one piece at a time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request gets help that keeps you thinking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what matters in two trusted sources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learn what you practise: use AI as a tutor, and say how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Talking to AI honestly: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quiz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teams of three or four: friends, a study group or family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question aloud; each team agrees on one answer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the answer, and one team explains why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the hardest question to revise tomorrow</a:t>
            </a:r>
            <a:endParaRPr lang="en-GB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Talking to AI honestly: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habit from this unit will you use first?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question surprised you,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tell a younger student about using AI honestly?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Talking to AI honestly: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habit I will use, and on which homework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Talking to AI honestly: unit check</dc:title>
  <dc:subject>PptxGenJS Presentation</dc:subject>
  <dc:creator>Darsi</dc:creator>
  <cp:lastModifiedBy>Darsi</cp:lastModifiedBy>
  <cp:revision>1</cp:revision>
  <dcterms:created xsi:type="dcterms:W3CDTF">2026-10-28T14:43:34Z</dcterms:created>
  <dcterms:modified xsi:type="dcterms:W3CDTF">2026-10-28T14:43:34Z</dcterms:modified>
</cp:coreProperties>
</file>