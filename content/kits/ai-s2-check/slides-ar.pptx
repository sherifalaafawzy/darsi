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الحوار مع الذكاء الاصطناعي بأمانة: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الحوار مع الذكاء الاصطناعي بأمانة: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٢،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الحوار مع الذكاء الاصطناعي بأمانة: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يكتب روبوت الدردشة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 أسئلة جيدة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المعلومات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تعلّم ولا تنسخ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الحوار مع الذكاء الاصطناعي بأمانة: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يكتب روبوت الدردشة ما هو مرجّح، قطعة في كل مرة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الواضح يأتي بمساعدة تُبقيك تفكّر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مما يهمّ في مصدرين موثوقين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تتعلّم ما تتدرّب عليه: استخدم الذكاء الاصطناعي معلّمًا خاصًا، واذكر كيف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الحوار مع الذكاء الاصطناعي بأمانة: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كوّنوا فرقًا من ثلاثة أو أربعة: أصدقاء، أو مجموعة مذاكرة، أو أفراد الأسرة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اقرؤوا كل سؤال بصوت عالٍ، ويتّفق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اكشفوا الإجابة، ويشرح أحد الفرق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دوّنوا أصعب سؤال لتراجعوه غدًا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الحوار مع الذكاء الاصطناعي بأمانة: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عادة من هذه الوحدة ستستخدمها أولًا؟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ستقول لطالب أصغر منك عن استخدام الذكاء الاصطناعي بأمانة؟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الحوار مع الذكاء الاصطناعي بأمانة: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عادة واحدة سأستخدمها، وفي أيّ واجب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الحوار مع الذكاء الاصطناعي بأمانة: اختبار الوحدة</dc:title>
  <dc:subject>PptxGenJS Presentation</dc:subject>
  <dc:creator>Darsi</dc:creator>
  <cp:lastModifiedBy>Darsi</cp:lastModifiedBy>
  <cp:revision>1</cp:revision>
  <dcterms:created xsi:type="dcterms:W3CDTF">2026-10-28T14:43:35Z</dcterms:created>
  <dcterms:modified xsi:type="dcterms:W3CDTF">2026-10-28T14:43:35Z</dcterms:modified>
</cp:coreProperties>
</file>