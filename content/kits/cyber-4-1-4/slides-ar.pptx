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تعليم الأمن السيبراني في المدرسة كلها، ١</a:t>
            </a:r>
            <a:endParaRPr lang="ar-SA" sz="1100" dirty="0"/>
          </a:p>
        </p:txBody>
      </p:sp>
      <p:sp>
        <p:nvSpPr>
          <p:cNvPr id="5" name="Shape 2"/>
          <p:cNvSpPr/>
          <p:nvPr/>
        </p:nvSpPr>
        <p:spPr>
          <a:xfrm>
            <a:off x="548640" y="1280160"/>
            <a:ext cx="3474720" cy="3474720"/>
          </a:xfrm>
          <a:prstGeom prst="roundRect">
            <a:avLst>
              <a:gd name="adj" fmla="val 10526"/>
            </a:avLst>
          </a:prstGeom>
          <a:solidFill>
            <a:srgbClr val="FDD9E5"/>
          </a:solidFill>
          <a:ln w="12700">
            <a:solidFill>
              <a:srgbClr val="FDD9E5"/>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تعليم الأمن السيبراني في المدرسة كلها</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A3123F"/>
                </a:solidFill>
                <a:latin typeface="Arial" pitchFamily="34" charset="0"/>
                <a:ea typeface="Arial" pitchFamily="34" charset="-122"/>
                <a:cs typeface="Arial" pitchFamily="34" charset="-120"/>
              </a:rPr>
              <a:t>الأمن السيبراني، المستوى ٤، الدرس ٤</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تعليم الأمن السيبراني في المدرسة كلها،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نخطّط لأنشطة قصيرة ومتكرّرة في الأمن السيبراني، في المواد والصفوف المختلفة.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نختار أنشطة تناسب أعمار الطلاب.</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نتصرّف بأمان حين يُبلغنا طالب بأذى على الإنترنت، ونُشرك أولياء الأمور.</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تعليم الأمن السيبراني في المدرسة كلها،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قليل ومتكرّر وفي كل مكان</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عشر دقائق، كل فصل دراسي، في مواد كثيرة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الصغار: الخصوصية، واسأل بالغًا، وكن لطيفًا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الكبار: الإعدادات، والتحقّق بخطوتين، والاحتيال، والبصمة الرقمية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عند الإفصاح: استمع، ولا تطلب صورًا أبدًا، وأبلغ اليوم</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نصيحة واحدة كل شهر لأولياء الأمور</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تعليم الأمن السيبراني في المدرسة كلها،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الرموز السرية: شيفرة في عشر دقائق، ثم كسرها</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التمهيد (٥ دقائق): كيف تُبقي ورقة سرّية لو عُثر عليها؟</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الشرح (٨ دقائق): شيفرة قيصر: أزِح كل حرف ثلاثة مواضع.</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التشفير (١٢ دقيقة): يُخفي كل زوج رسالة قصيرة، ثم يتبادلانها ويفكّانها بالمفتاح.</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الكسر (١٠ دقائق): دون المفتاح، عُدّ الحرف الأكثر تكرارًا لتجد مقدار الإزاحة.</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الختام (٥ دقائق): لماذا تستخدم الشيفرات الحقيقية مفاتيح أكثر من أن تُجرَّب؟</a:t>
            </a:r>
            <a:endParaRPr lang="ar-SA" sz="21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300" b="1" dirty="0">
                <a:solidFill>
                  <a:srgbClr val="1E1A33"/>
                </a:solidFill>
                <a:latin typeface="Arial" pitchFamily="34" charset="0"/>
                <a:ea typeface="Arial" pitchFamily="34" charset="-122"/>
                <a:cs typeface="Arial" pitchFamily="34" charset="-120"/>
              </a:rPr>
              <a:t>اكتب الحروف الأبجدية على السبورة وتحتها صف ثانٍ مُزاح ثلاثة حروف. وفي صفوف اللغة العربية، استخدم الحروف الثمانية والعشرين بترتيبها الأبجدي. وجهّز رسالة أطول لتحدّي الكسر، ثلاثة أسطر على الأقل، حتى ينجح عدّ الحروف.</a:t>
            </a:r>
            <a:endParaRPr lang="ar-SA"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تعليم الأمن السيبراني في المدرسة كلها،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 مادة تستطيع إضافة عشر دقائق من الأمن السيبراني هذا الفصل؟</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ماذا يحتاج الصغار إلى سماعه، وماذا يحتاج الكبار؟</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من مسؤول حماية الطلاب لدينا، وكيف نصل إليه في اليوم نفسه؟</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تعليم الأمن السيبراني في المدرسة كلها،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مادة واحدة، وصف واحد، ونشاط مدته عشر دقائق سأخطّط له.</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تعليم الأمن السيبراني في المدرسة كلها</dc:title>
  <dc:subject>PptxGenJS Presentation</dc:subject>
  <dc:creator>Darsi</dc:creator>
  <cp:lastModifiedBy>Darsi</cp:lastModifiedBy>
  <cp:revision>1</cp:revision>
  <dcterms:created xsi:type="dcterms:W3CDTF">2026-10-28T09:29:44Z</dcterms:created>
  <dcterms:modified xsi:type="dcterms:W3CDTF">2026-10-28T09:29:44Z</dcterms:modified>
</cp:coreProperties>
</file>