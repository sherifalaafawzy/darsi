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FDD9E5"/>
          </a:solidFill>
          <a:ln w="12700">
            <a:solidFill>
              <a:srgbClr val="FDD9E5"/>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Teaching cyber safety across the school</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A3123F"/>
                </a:solidFill>
                <a:latin typeface="Arial" pitchFamily="34" charset="0"/>
                <a:ea typeface="Arial" pitchFamily="34" charset="-122"/>
                <a:cs typeface="Arial" pitchFamily="34" charset="-120"/>
              </a:rPr>
              <a:t>Cyber security · Level 4 · Lesson 4</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we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Plan cyber safety little and often, across subjects and year groups.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Match activities to pupils’ ages.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Respond safely when a pupil reports online harm, and involve parents.</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Little, often, everywhere</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Ten minutes, every term, in many subjects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Younger pupils: private, ask an adult, be kind</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Older pupils: settings, two-step sign-in, scams, footprint</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A disclosure: listen, never ask for images, report today</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One tip a month for parents</a:t>
            </a:r>
            <a:endParaRPr lang="en-GB"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Secret codes: a ten-minute cipher, then the crack</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Warm-up (5 min): How would you keep a note secret if it were found?</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Teach (8 min): Caesar’s cipher: shift every letter three places.</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Code (12 min): Pairs hide a short message, swap, and decode with the key.</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Crack (10 min): Without the key, count the most common letter to find the shift.</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Wrap-up (5 min): Why do real codes use keys too many to try?</a:t>
            </a:r>
            <a:endParaRPr lang="en-GB" sz="21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300" b="1" dirty="0">
                <a:solidFill>
                  <a:srgbClr val="1E1A33"/>
                </a:solidFill>
                <a:latin typeface="Arial" pitchFamily="34" charset="0"/>
                <a:ea typeface="Arial" pitchFamily="34" charset="-122"/>
                <a:cs typeface="Arial" pitchFamily="34" charset="-120"/>
              </a:rPr>
              <a:t>Write the alphabet on the board with a second row shifted by three. In Arabic classes, use the 28 letters in alphabetical order. Prepare one longer message for the crack challenge, at least three lines, so the letter counts work.</a:t>
            </a:r>
            <a:endParaRPr lang="en-GB"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Which subject could add ten minutes of cyber safety this term?</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What do younger pupils need to hear, and what do older ones need?</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Who is our safeguarding lead, and how do we reach them the same day?</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04A7E"/>
          </a:solidFill>
          <a:ln w="12700">
            <a:solidFill>
              <a:srgbClr val="F04A7E"/>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Teaching cyber safety across the school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Exit ticket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One subject, one year group, and the ten-minute activity I will plan.</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cyber safety across the school</dc:title>
  <dc:subject>PptxGenJS Presentation</dc:subject>
  <dc:creator>Darsi</dc:creator>
  <cp:lastModifiedBy>Darsi</cp:lastModifiedBy>
  <cp:revision>1</cp:revision>
  <dcterms:created xsi:type="dcterms:W3CDTF">2026-10-28T09:29:43Z</dcterms:created>
  <dcterms:modified xsi:type="dcterms:W3CDTF">2026-10-28T09:29:43Z</dcterms:modified>
</cp:coreProperties>
</file>