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التطبيقات والأذونات وأدوات الذكاء الاصطناعي في الصف، ١</a:t>
            </a:r>
            <a:endParaRPr lang="ar-SA" sz="1100" dirty="0"/>
          </a:p>
        </p:txBody>
      </p:sp>
      <p:sp>
        <p:nvSpPr>
          <p:cNvPr id="5" name="Shape 2"/>
          <p:cNvSpPr/>
          <p:nvPr/>
        </p:nvSpPr>
        <p:spPr>
          <a:xfrm>
            <a:off x="54864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FDD9E5"/>
          </a:solidFill>
          <a:ln w="12700">
            <a:solidFill>
              <a:srgbClr val="FDD9E5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8912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التطبيقات والأذونات وأدوات الذكاء الاصطناعي في الصف</a:t>
            </a:r>
            <a:endParaRPr lang="ar-SA" sz="5400" dirty="0"/>
          </a:p>
        </p:txBody>
      </p:sp>
      <p:sp>
        <p:nvSpPr>
          <p:cNvPr id="8" name="Text 4"/>
          <p:cNvSpPr/>
          <p:nvPr/>
        </p:nvSpPr>
        <p:spPr>
          <a:xfrm>
            <a:off x="438912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A31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الأمن السيبراني، المستوى ٣، الدرس ٢</a:t>
            </a:r>
            <a:endParaRPr lang="ar-SA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التطبيقات والأذونات وأدوات الذكاء الاصطناعي في الصف، ٢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سنتعلّم اليوم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نتحقّق من التطبيق أو أداة الذكاء الاصطناعي قبل استخدامها مع الصف.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نضبط أذونات التطبيقات على ما يحتاج إليه التطبيق فقط.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نستخدم أدوات الذكاء الاصطناعي دون أن نعطي بيانات الطلاب.</a:t>
            </a:r>
            <a:endParaRPr lang="ar-SA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التطبيقات والأذونات وأدوات الذكاء الاصطناعي في الصف، ٣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تحقّق، واسمح بأقل، ولا تذكر أسماء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يصنعه؟ ما البيانات؟ ما السن؟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اسمح فقط بما يحتاج إليه عمله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أسماء ولا ملاحظات صحية في أدوات الذكاء الاصطناعي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سجّل الخروج من الحواسيب المشتركة</a:t>
            </a:r>
            <a:endParaRPr lang="ar-SA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التطبيقات والأذونات وأدوات الذكاء الاصطناعي في الصف، ٤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محقّقو الأذونات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4160520" y="169164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التمهيد (٥ دقائق): المسابقة التي تريد جهات الاتصال.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الشرح (٨ دقائق): ما الإذن.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المحقّقون (١٥ دقيقة): أربعة تطبيقات: أيّ الأذونات؟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المشاركة (٧ دقائق): تقارن المجموعات وتصوّت.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الختام (٥ دقائق): بطاقة الخروج.</a:t>
            </a:r>
            <a:endParaRPr lang="ar-SA" sz="2600" dirty="0"/>
          </a:p>
        </p:txBody>
      </p:sp>
      <p:sp>
        <p:nvSpPr>
          <p:cNvPr id="7" name="Shape 4"/>
          <p:cNvSpPr/>
          <p:nvPr/>
        </p:nvSpPr>
        <p:spPr>
          <a:xfrm>
            <a:off x="640080" y="1783080"/>
            <a:ext cx="3246120" cy="4023360"/>
          </a:xfrm>
          <a:prstGeom prst="roundRect">
            <a:avLst>
              <a:gd name="adj" fmla="val 5634"/>
            </a:avLst>
          </a:prstGeom>
          <a:solidFill>
            <a:srgbClr val="FFE2D2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1874520"/>
            <a:ext cx="29718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قبل الدرس، ارسم على السبورة صورًا بسيطة لأربعة تطبيقات: مصباح، وخريطة، ومسابقة، وكاميرا. واكتب بجانبها خمسة أذونات: الموقع، والكاميرا، والميكروفون، وجهات الاتصال، والصور.</a:t>
            </a:r>
            <a:endParaRPr lang="ar-SA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التطبيقات والأذونات وأدوات الذكاء الاصطناعي في الصف، ٥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لنتناقش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لماذا قد يريد تطبيق مجاني جهات اتصالك؟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أيّ إذن لن تعطيه أبدًا للعبة؟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 الذي يجب ألّا يُكتب أبدًا في روبوت دردشة؟</a:t>
            </a:r>
            <a:endParaRPr lang="ar-SA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التطبيقات والأذونات وأدوات الذكاء الاصطناعي في الصف، ٦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بطاقة الخروج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تطبيق واحد + الإذن الوحيد الذي يحتاج إليه فعلًا.</a:t>
            </a:r>
            <a:endParaRPr lang="ar-SA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التطبيقات والأذونات وأدوات الذكاء الاصطناعي في الصف</dc:title>
  <dc:subject>PptxGenJS Presentation</dc:subject>
  <dc:creator>Darsi</dc:creator>
  <cp:lastModifiedBy>Darsi</cp:lastModifiedBy>
  <cp:revision>1</cp:revision>
  <dcterms:created xsi:type="dcterms:W3CDTF">2026-10-28T08:21:00Z</dcterms:created>
  <dcterms:modified xsi:type="dcterms:W3CDTF">2026-10-28T08:21:00Z</dcterms:modified>
</cp:coreProperties>
</file>