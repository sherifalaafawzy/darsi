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Apps, permissions and AI tools in class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Apps, permissions and AI tools in class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3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Apps, permissions and AI tools in class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an app or AI tool before using it with a class.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app permissions to only what the app needs.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tools without giving away pupils’ data.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Apps, permissions and AI tools in class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Check, allow less, keep pupils anonymous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makes it? What data? What age?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only what its job needs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names or health notes in AI tools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out of shared computers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Apps, permissions and AI tools in class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detectives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The quiz that wants contacts.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What a permission is.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Detectives (15 min): Four apps: which permissions?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Groups compare and vote.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Exit ticket.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lesson, draw four simple app pictures on the board: a torch, a map, a quiz and a camera. Next to them, list five permissions: location, camera, microphone, contacts, photos.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Apps, permissions and AI tools in class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would a free app want your contacts?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permission would you never give a game?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never go into an AI chatbot?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Apps, permissions and AI tools in class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 + the only permission it really needs.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Apps, permissions and AI tools in class</dc:title>
  <dc:subject>PptxGenJS Presentation</dc:subject>
  <dc:creator>Darsi</dc:creator>
  <cp:lastModifiedBy>Darsi</cp:lastModifiedBy>
  <cp:revision>1</cp:revision>
  <dcterms:created xsi:type="dcterms:W3CDTF">2026-10-28T08:20:59Z</dcterms:created>
  <dcterms:modified xsi:type="dcterms:W3CDTF">2026-10-28T08:20:59Z</dcterms:modified>
</cp:coreProperties>
</file>