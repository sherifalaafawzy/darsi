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الأشياء المتصلة بأمان،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الأشياء المتصلة بأمان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١،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الأشياء المتصلة بأمان،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ما الذي يجعل الشيء جزءًا من إنترنت الأشياء: مستشعر، وحاسوب صغير، واتصال.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تعطي أمثلة من البيت والمدرسة والمدينة.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تحمي نفسك: الأذونات، وكلمات المرور الافتراضية، وما تشاركه.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الأشياء المتصلة بأمان،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متصلة وآمنة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مستشعر، وحاسوب صغير، واتصال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غيّر كلمات مرور المصنع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شغّل التحديثات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اسمح فقط بما يلزم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الأشياء المتصلة بأمان،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الأشياء المتصلة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شخص بالغ، اكتب قائمة بالأشياء المتصلة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لكلٍّ منها: ماذا يستشعر، وكيف يتصل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اسأل: هل غُيّرت كلمة مرور المصنع؟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افتح أذونات تطبيق واحد في الإعدادات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أوقف إذنًا لا يحتاج إليه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أجهزة أسرتك فقط، ومع شخص بالغ فقط. لا تكتب كلمات مرور حقيقية على ورقتك أبدًا، ولا تحاول الدخول إلى جهاز أو حساب لغيرك.</a:t>
            </a:r>
            <a:endParaRPr lang="ar-SA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الأشياء المتصلة بأمان،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شيء متصل سيكون أكثر فائدة في المدرسة، وما الذي قد يسوء؟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يريد المهاجمون أجهزة رخيصة كالكاميرات وأجهزة الراوتر؟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لا ينبغي لجهاز أن يجمعه عن الأطفال أبدًا؟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الأشياء المتصلة بأمان،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سمِّ الأجزاء الثلاثة لجهاز من إنترنت الأشياء، وطريقة واحدة لإبقائه آمنًا.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الأشياء المتصلة بأمان</dc:title>
  <dc:subject>PptxGenJS Presentation</dc:subject>
  <dc:creator>Darsi</dc:creator>
  <cp:lastModifiedBy>Darsi</cp:lastModifiedBy>
  <cp:revision>1</cp:revision>
  <dcterms:created xsi:type="dcterms:W3CDTF">2026-10-28T14:44:09Z</dcterms:created>
  <dcterms:modified xsi:type="dcterms:W3CDTF">2026-10-28T14:44:09Z</dcterms:modified>
</cp:coreProperties>
</file>