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Connected things, safely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things, safely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Connected things, safely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makes a thing part of the Internet of Things: a sensor, a small computer and a connection.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examples at home, at school and in town.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yourself: permissions, default passwords, and what you share.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Connected things, safely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Connected, and safe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Sensor, small computer, connection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factory passwords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updates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only what's needed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Connected things, safely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Connected-things check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 adult, list your connected things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each: what it senses, how it connects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was its factory password changed?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one app's permissions in Settings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off one it doesn't need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your own family's devices, and only with an adult. Never write real passwords on your sheet, and never try to get into someone else's device or account.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Connected things, safely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connected thing at school would be most useful, and what could go wrong?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attackers want cheap devices like cameras and routers?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a device never collect about children?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Connected things, safely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parts of an IoT device, and one way to keep it safe.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Connected things, safely</dc:title>
  <dc:subject>PptxGenJS Presentation</dc:subject>
  <dc:creator>Darsi</dc:creator>
  <cp:lastModifiedBy>Darsi</cp:lastModifiedBy>
  <cp:revision>1</cp:revision>
  <dcterms:created xsi:type="dcterms:W3CDTF">2026-10-28T14:44:09Z</dcterms:created>
  <dcterms:modified xsi:type="dcterms:W3CDTF">2026-10-28T14:44:09Z</dcterms:modified>
</cp:coreProperties>
</file>