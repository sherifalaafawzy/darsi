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Two-step sign-in and passkeys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Two-step sign-in and passkeys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2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Two-step sign-in and passkeys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password alone isn’t enough.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three kinds of proof, with an example of each.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code must never be shared.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Two-step sign-in and passkeys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locks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know, have or are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code, then app, then passkey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prompts you didn’t start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codes on paper at home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Two-step sign-in and passkeys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locks: Stop the thief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A thief has the password. Is the account lost?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Three kinds of proof, with drawings.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the thief (15 min): The class tests second locks against the thief.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(7 min): Which lock is strongest, and why?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Exit ticket.</a:t>
            </a:r>
            <a:endParaRPr lang="en-GB" sz="24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“password” on one card. On other cards write: “code by text message”, “code from an app”, “fingerprint”, “backup code on paper”, “a friend asks for the code”. Make a simple “thief” sign from paper.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Two-step sign-in and passkeys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can’t a thief with your password get in?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second lock is strongest,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say to someone who asks for your code?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Two-step sign-in and passkeys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kind of proof + why I never share a code.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Two-step sign-in and passkeys</dc:title>
  <dc:subject>PptxGenJS Presentation</dc:subject>
  <dc:creator>Darsi</dc:creator>
  <cp:lastModifiedBy>Darsi</cp:lastModifiedBy>
  <cp:revision>1</cp:revision>
  <dcterms:created xsi:type="dcterms:W3CDTF">2026-10-28T13:25:22Z</dcterms:created>
  <dcterms:modified xsi:type="dcterms:W3CDTF">2026-10-28T13:25:22Z</dcterms:modified>
</cp:coreProperties>
</file>