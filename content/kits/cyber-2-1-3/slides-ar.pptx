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بخطوتين ومفاتيح المرور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لا تكفي كلمة المرور وحدها.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ثلاثة أنواع من الإثبات، مع مثال لكل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لا يُشارَك الرمز أبدًا.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قفلان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تعرفه، أو تملكه، أو شيء فيك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الرسالة، ثم التطبيق، ثم مفتاح المرور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ارفض الطلبات التي لم تبدأها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الرموز الاحتياطية على ورق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القفلان: أوقف اللص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لصّ معه كلمة المرور. هل ضاع الحساب؟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أنواع الإثبات الثلاثة، بالرسوم.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أوقف اللص (١٥ دقيقة): يختبر الصف أقفالًا ثانية أمام اللص.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أيّ قفل هو الأقوى، ولماذا؟</a:t>
            </a:r>
            <a:endParaRPr lang="ar-SA" sz="25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«كلمة المرور» على بطاقة. واكتب على بطاقات أخرى: «رمز في رسالة نصية»، و«رمز من تطبيق»، و«بصمة إصبع»، و«رمز احتياطي على ورقة»، و«صديق يطلب الرمز». واصنع لافتة بسيطة من الورق مكتوبًا عليها «اللص».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يستطيع لصّ يعرف كلمة مرورك أن يدخل؟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قفل ثانٍ هو الأقوى،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تقول لمن يطلب منك رمزك؟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التحقق بخطوتين ومفاتيح المرور،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واحد من الإثبات + لماذا لا أشارك الرمز أبدًا.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التحقق بخطوتين ومفاتيح المرور</dc:title>
  <dc:subject>PptxGenJS Presentation</dc:subject>
  <dc:creator>Darsi</dc:creator>
  <cp:lastModifiedBy>Darsi</cp:lastModifiedBy>
  <cp:revision>1</cp:revision>
  <dcterms:created xsi:type="dcterms:W3CDTF">2026-10-28T13:25:23Z</dcterms:created>
  <dcterms:modified xsi:type="dcterms:W3CDTF">2026-10-28T13:25:23Z</dcterms:modified>
</cp:coreProperties>
</file>