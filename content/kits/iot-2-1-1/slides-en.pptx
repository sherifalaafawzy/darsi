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LEDs and resistors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current flows only round a closed loop, pushed by the battery's voltage.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an LED the right way round, with a resistor to limit the current.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Ohm's law to choose a resistor, and spot a short circuit.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Loop, LED, resistor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needs a closed loop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LED's long leg goes to +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resistor limits the current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 × R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Show a torch that won't light. Ask why.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The loop, conductors and insulators, the LED's resistor.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(7 min): Groups make a tester from batteries, a bulb and wires.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(15 min): Predict, then test ten objects; sort them on the board.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Why is a wire copper inside plastic?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build and test one tester yourself. Use batteries only. Keep button batteries away from young children, and don't let pupils hold a bare wire across a battery: it gets hot.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result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an LED need a resistor when a torch bulb doesn't?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could a short circuit happen by accident at school or at home?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Current, LEDs and resistors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conductor, one insulator, and one safety rule for circuits.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Current, LEDs and resistors</dc:title>
  <dc:subject>PptxGenJS Presentation</dc:subject>
  <dc:creator>Darsi</dc:creator>
  <cp:lastModifiedBy>Darsi</cp:lastModifiedBy>
  <cp:revision>1</cp:revision>
  <dcterms:created xsi:type="dcterms:W3CDTF">2026-10-28T06:24:13Z</dcterms:created>
  <dcterms:modified xsi:type="dcterms:W3CDTF">2026-10-28T06:24:13Z</dcterms:modified>
</cp:coreProperties>
</file>