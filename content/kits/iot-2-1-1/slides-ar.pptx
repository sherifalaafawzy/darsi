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التيار والصمامات الضوئية والمقاومات،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التيار والصمامات الضوئية والمقاومات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التيار والصمامات الضوئية والمقاومات،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أن التيار لا يسري إلا في دائرة مغلقة، يدفعه جهد البطارية.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نضيء صمامًا ضوئيًا في الاتجاه الصحيح، مع مقاومة تحدّ من التيار.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نستخدم قانون أوم لاختيار المقاومة، ونكتشف الدائرة القصيرة.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التيار والصمامات الضوئية والمقاومات،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الدائرة والصمام والمقاومة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التيار يحتاج إلى دائرة مغلقة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ساق الصمام الطويلة إلى الموجب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المقاومة تحدّ من التيار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= I × R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التيار والصمامات الضوئية والمقاومات،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عن الموصلات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اعرض مصباحًا يدويًا لا يضيء، واسأل عن السبب.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الدائرة، والموصلات والعوازل، ومقاومة الصمام.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البناء (٧ دقائق): تصنع المجموعات جهاز اختبار من بطاريات ومصباح وأسلاك.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 (١٥ دقيقة): توقّعوا، ثم اختبروا عشرة أشياء، وصنّفوها على السبورة.</a:t>
            </a:r>
            <a:endParaRPr lang="ar-SA" sz="2100" dirty="0"/>
          </a:p>
          <a:p>
            <a:pPr rtl="1" algn="r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ar-SA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لماذا يكون السلك نحاسًا داخل البلاستيك؟</a:t>
            </a:r>
            <a:endParaRPr lang="ar-SA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الحصة، اصنع جهاز اختبار واحدًا بنفسك واختبره. استعمل البطاريات وحدها. وأبعد البطاريات الزرّية عن الأطفال الصغار، ولا تدع الطلاب يمسكون سلكًا عاريًا بين طرفي بطارية، فهو يسخن.</a:t>
            </a:r>
            <a:endParaRPr lang="ar-SA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التيار والصمامات الضوئية والمقاومات،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نتيجة فاجأتكم، ولماذا؟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يحتاج الصمام الضوئي إلى مقاومة بينما لا تحتاج إليها لمبة المصباح اليدوي؟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قد تحدث دائرة قصيرة عن غير قصد في المدرسة أو في البيت؟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التيار والصمامات الضوئية والمقاومات،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موصلًا واحدًا، وعازلًا واحدًا، وقاعدة أمان واحدة للدوائر.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التيار والصمامات الضوئية والمقاومات</dc:title>
  <dc:subject>PptxGenJS Presentation</dc:subject>
  <dc:creator>Darsi</dc:creator>
  <cp:lastModifiedBy>Darsi</cp:lastModifiedBy>
  <cp:revision>1</cp:revision>
  <dcterms:created xsi:type="dcterms:W3CDTF">2026-10-28T06:24:14Z</dcterms:created>
  <dcterms:modified xsi:type="dcterms:W3CDTF">2026-10-28T06:24:14Z</dcterms:modified>
</cp:coreProperties>
</file>