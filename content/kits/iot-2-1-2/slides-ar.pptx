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المنطق: مفاتيح تتخذ القرار،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المنطق: مفاتيح تتخذ القرار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المنطق: مفاتيح تتخذ القرار،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نصف البوابات AND وOR وNOT بالمفاتيح وجداول الحقيقة.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نبني AND وOR من مفتاحين، على التوالي وعلى التوازي، بالأدوات أو على الورق.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نكتب قاعدة من الصف (مروحة، أو إنذار، أو مصباح درج) بلغة المنطق.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المنطق: مفاتيح تتخذ القرار،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بوابات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AND: كل المدخلات مشغّلة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OR: أي مدخل مشغّل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NOT: تقلب المدخل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الحقيقة يفحص كل الحالات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المنطق: مفاتيح تتخذ القرار،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بوابات منطقية من الطلاب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متى يجب أن تعمل مروحة الصف؟ اجمع القواعد.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(١٠ دقائق): AND وOR وNOT بالمفاتيح على السبورة.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التمثيل (١٢ دقيقة): الطلاب هم البوابات، ببطاقات ١ و٠.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الجداول (٨ دقائق): تكتب المجموعات قاعدة المروحة جدولَ حقيقة.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شاركوا قاعدة حقيقية مكتوبة بلغة المنطق.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بطاقات ١ و٠ مسبقًا، والورق المستعمل يكفي. وإن كانت لديك أدوات، فصِل دائرتي AND وOR قبل الحصة واختبرهما.</a:t>
            </a:r>
            <a:endParaRPr lang="ar-SA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المنطق: مفاتيح تتخذ القرار،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ترون قواعد AND وOR في المدرسة أو في البيت؟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نكتب جدول الحقيقة قبل بناء أي شيء؟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إلى أيّ قاعدة في الصف تضيفون NOT، ولماذا؟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المنطق: مفاتيح تتخذ القرار،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قاعدة المروحة بـAND، واملأ جدول حقيقتها ذا الأسطر الأربعة.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المنطق: مفاتيح تتخذ القرار</dc:title>
  <dc:subject>PptxGenJS Presentation</dc:subject>
  <dc:creator>Darsi</dc:creator>
  <cp:lastModifiedBy>Darsi</cp:lastModifiedBy>
  <cp:revision>1</cp:revision>
  <dcterms:created xsi:type="dcterms:W3CDTF">2026-10-28T06:24:15Z</dcterms:created>
  <dcterms:modified xsi:type="dcterms:W3CDTF">2026-10-28T06:24:15Z</dcterms:modified>
</cp:coreProperties>
</file>