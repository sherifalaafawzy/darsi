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Logic: switches that decide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Logic: switches that decide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· Level 2 · Lesson 2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Logic: switches that decide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AND, OR and NOT with switches and truth tables.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AND and OR from two switches, in series and in parallel, with kit or on paper.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classroom rule (a fan, an alarm, a stair light) as logic.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Logic: switches that decide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gates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AND: all inputs on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OR: any input on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NOT: flips the input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truth table checks every case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Logic: switches that decide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logic gates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(5 min): When should the classroom fan run? Collect rules.</a:t>
            </a:r>
            <a:endParaRPr lang="en-GB" sz="22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(10 min): AND, OR and NOT with switches on the board.</a:t>
            </a:r>
            <a:endParaRPr lang="en-GB" sz="22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it out (12 min): Pupils are the gates, with 1 and 0 cards.</a:t>
            </a:r>
            <a:endParaRPr lang="en-GB" sz="22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 (8 min): Groups write the fan rule as a truth table.</a:t>
            </a:r>
            <a:endParaRPr lang="en-GB" sz="22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(5 min): Share one real rule written as logic.</a:t>
            </a:r>
            <a:endParaRPr lang="en-GB" sz="22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7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1 and 0 cards in advance; scrap paper is fine. If you have kit, wire the AND and OR circuits before class and test them.</a:t>
            </a:r>
            <a:endParaRPr lang="en-GB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Logic: switches that decide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you see AND and OR rules at school or at home?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write a truth table before building anything?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classroom rule would you add NOT to, and why?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Logic: switches that decide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fan rule with AND, and fill in its four-row truth table.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Logic: switches that decide</dc:title>
  <dc:subject>PptxGenJS Presentation</dc:subject>
  <dc:creator>Darsi</dc:creator>
  <cp:lastModifiedBy>Darsi</cp:lastModifiedBy>
  <cp:revision>1</cp:revision>
  <dcterms:created xsi:type="dcterms:W3CDTF">2026-10-28T06:24:14Z</dcterms:created>
  <dcterms:modified xsi:type="dcterms:W3CDTF">2026-10-28T06:24:14Z</dcterms:modified>
</cp:coreProperties>
</file>