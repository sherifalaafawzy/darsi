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Who else is watching?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else is watching?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security · Level 2 · Lesson 4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Who else is watching?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lesson you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what a network, a website and a tracker can see.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padlock, mobile data and settings to share less.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what private browsing does and doesn’t do.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Who else is watching?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network sees where you go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padlock hides what’s inside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browsing: this phone only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apps: paid with your data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Who else is watching?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Activity: Privacy clean-up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(3 min): Guess what one free app knows about you.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(8 min): Open its privacy settings and note what’s on.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(5 min): Turn off two things it doesn’t need.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(4 min): Tell a partner one surprise.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9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phone of your own? Do it on a family phone with its owner, or try the What others see on public Wi-Fi lab.</a:t>
            </a:r>
            <a:endParaRPr lang="en-GB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Who else is watching?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can a café owner see when you use their Wi-Fi?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free apps want your data?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is private browsing actually useful?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Who else is watching?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setting I turned off + what it was collecting.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Who else is watching?</dc:title>
  <dc:subject>PptxGenJS Presentation</dc:subject>
  <dc:creator>Darsi</dc:creator>
  <cp:lastModifiedBy>Darsi</cp:lastModifiedBy>
  <cp:revision>1</cp:revision>
  <dcterms:created xsi:type="dcterms:W3CDTF">2026-10-28T14:43:54Z</dcterms:created>
  <dcterms:modified xsi:type="dcterms:W3CDTF">2026-10-28T14:43:54Z</dcterms:modified>
</cp:coreProperties>
</file>