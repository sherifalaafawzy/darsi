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يراقب أيضًا؟،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يراقب أيضًا؟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يراقب أيضًا؟،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ما تستطيع الشبكة والموقع والمتتبِّع أن يروه.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تستعمل القفل وبيانات الهاتف والإعدادات لتشارك أقل.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توضّح ما يفعله التصفّح المتخفّي وما لا يفعله.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يراقب أيضًا؟،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ترى أين تذهب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القفل يُخفي ما في الداخل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التصفّح المتخفّي: لهذا الهاتف فقط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التطبيقات المجانية: تدفع ثمنها ببياناتك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يراقب أيضًا؟،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النشاط: تنظيف الخصوصية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خمّن ماذا يعرف عنك تطبيق مجاني واحد.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(٨ دقائق): افتح إعدادات خصوصيته واكتب ما يعمل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التغيير (٥ دقائق): أوقف شيئين لا يحتاج إليهما.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(٤ دقائق): أخبر زميلك بشيء فاجأك.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لديك هاتف خاص؟ افعل ذلك على هاتف العائلة مع صاحبه، أو جرّب تطبيق «ماذا يرى الآخرون على شبكة واي فاي عامة» في المختبرات.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يراقب أيضًا؟،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يستطيع صاحب المقهى أن يرى حين تستعمل شبكته؟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تريد التطبيقات المجانية بياناتك؟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يكون التصفّح المتخفّي مفيدًا فعلًا؟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مَن يراقب أيضًا؟،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واحد أوقفته + ما الذي كان يجمعه.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مَن يراقب أيضًا؟</dc:title>
  <dc:subject>PptxGenJS Presentation</dc:subject>
  <dc:creator>Darsi</dc:creator>
  <cp:lastModifiedBy>Darsi</cp:lastModifiedBy>
  <cp:revision>1</cp:revision>
  <dcterms:created xsi:type="dcterms:W3CDTF">2026-10-28T14:43:54Z</dcterms:created>
  <dcterms:modified xsi:type="dcterms:W3CDTF">2026-10-28T14:43:54Z</dcterms:modified>
</cp:coreProperties>
</file>