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جرّب وركّب واختبر،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وركّب واختبر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جرّب وركّب واختبر،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نجرّب عقدة استشعار واحدة قبل بناء الكثير، مع اختبار مكتوب.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نضع المستشعرات حيث تقيس ما نقصده فعلًا.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نضبط عتبات التنبيه بالموازنة بين الإنذارات الكاذبة والمشكلات الفائتة.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جرّب وركّب واختبر،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جرّب، ركّب، اختبر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عقدة واحدة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الاختبار قبل التشغيل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ما تقصده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أيّ الخطأين أغلى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جرّب وركّب واختبر،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أفضل مكان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عشرة مستشعرات على حواف النوافذ. ما الخطأ؟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التوقّع (٥ دقائق): تتوقّع المجموعات القراءة في خمسة أماكن.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القياس (١٥ دقيقة): اقرأ مقياس الحرارة في كل مكان، ٣ دقائق لكل مكان.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المقارنة (١٠ دقائق): املأ جدول الصف، وفسّر الفروق.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(٥ دقائق): اختر أفضل مكان، مع ذكر السبب.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الحصة، تحقّق من المدة التي يحتاجها مقياس الحرارة ليستقر، واختر خمسة أماكن آمنة. ومقاييس الحرارة الزجاجية تنكسر، فاستعمل مقياسًا بلاستيكيًا أو رقميًا إن استطعت، وأبعده عن المدافئ والمقابس الكهربائية.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جرّب وركّب واختبر،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مكان أعطى أغرب قراءة،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كان سيقول للمدرسة مستشعر دائم في ذلك المكان؟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مشروعك، أيّهما أسوأ: الإنذار الكاذب أم الحالة الفائتة؟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جرّب وركّب واختبر،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مكانًا جيدًا ومكانًا سيئًا لمستشعر في الصف، مع سبب لكل منهما.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جرّب وركّب واختبر</dc:title>
  <dc:subject>PptxGenJS Presentation</dc:subject>
  <dc:creator>Darsi</dc:creator>
  <cp:lastModifiedBy>Darsi</cp:lastModifiedBy>
  <cp:revision>1</cp:revision>
  <dcterms:created xsi:type="dcterms:W3CDTF">2026-10-28T09:45:05Z</dcterms:created>
  <dcterms:modified xsi:type="dcterms:W3CDTF">2026-10-28T09:45:05Z</dcterms:modified>
</cp:coreProperties>
</file>