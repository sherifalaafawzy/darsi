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Pilot, place and test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Pilot, place and test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4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Pilot, place and test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one sensor node before building many, with a written test.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sensors where they measure what you mean.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alert thresholds that balance false alarms against missed problems.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Pilot, place and test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Pilot, place, test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one node first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test before switching 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what you mean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which mistake costs more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Pilot, place and test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hunt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Ten sensors on windowsills. What went wrong?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(5 min): Groups predict the reading in five places.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(15 min): Read the thermometer in each place, 3 minutes each.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(10 min): Fill the class table; explain the differences.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(5 min): Choose the best spot, with a reason.</a:t>
            </a:r>
            <a:endParaRPr lang="en-GB" sz="22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class, check how long your thermometer takes to settle and choose five safe spots. Glass thermometers break: use a plastic or digital one if you can, and keep it away from heaters and sockets.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Pilot, place and test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spot gave the strangest reading,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a permanent sensor in that spot have told the school?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project, which is worse: a false alarm or a miss?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Pilot, place and test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good place and one bad place for a classroom sensor, with a reason for each.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Pilot, place and test</dc:title>
  <dc:subject>PptxGenJS Presentation</dc:subject>
  <dc:creator>Darsi</dc:creator>
  <cp:lastModifiedBy>Darsi</cp:lastModifiedBy>
  <cp:revision>1</cp:revision>
  <dcterms:created xsi:type="dcterms:W3CDTF">2026-10-28T09:45:05Z</dcterms:created>
  <dcterms:modified xsi:type="dcterms:W3CDTF">2026-10-28T09:45:05Z</dcterms:modified>
</cp:coreProperties>
</file>