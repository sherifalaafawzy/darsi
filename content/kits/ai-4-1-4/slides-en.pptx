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Design an AI-supported unit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 AI-supported unit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4 · Lesson 4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Design an AI-supported unit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data about real school days in a table.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decision tree of yes/no questions from our data.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our tree and say when it would be wrong.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Design an AI-supported unit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decision tree decides through a chain of questions.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question splits the days into clearer groups.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tree built from a few days can be wrong about new days, and we can see why.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Design an AI-supported unit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from our data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Ask what decides whether we play outside at break.</a:t>
            </a:r>
            <a:endParaRPr lang="en-GB" sz="19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(8 min): Fill a table of the last ten days: weather, wind, played outside.</a:t>
            </a:r>
            <a:endParaRPr lang="en-GB" sz="19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(14 min): Choose the question that best splits “played” from “stayed in”; repeat on each branch.</a:t>
            </a:r>
            <a:endParaRPr lang="en-GB" sz="19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(8 min): Predict today and two made-up days with the tree; check with the class.</a:t>
            </a:r>
            <a:endParaRPr lang="en-GB" sz="19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(5 min): Ask when the tree would be wrong, and what data would improve it.</a:t>
            </a:r>
            <a:endParaRPr lang="en-GB" sz="19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2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a table of about ten days in case the class can’t remember them; real days are better, but invented ones work. Keep two or three features with simple values. At each branch, count the days that played and stayed in: the best question makes each side as unmixed as possible. If two days have the same weather and wind but different answers, no question can split them: call it a day the tree gets wrong, and ask what else was different (an exam, the teacher on duty).</a:t>
            </a:r>
            <a:endParaRPr lang="en-GB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Design an AI-supported unit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question did our tree ask first,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would our tree give the wrong answer?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model you can read easier to trust than one you can’t? Why?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Design an AI-supported unit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 our tree asks, and one day when it would be wrong.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 AI-supported unit</dc:title>
  <dc:subject>PptxGenJS Presentation</dc:subject>
  <dc:creator>Darsi</dc:creator>
  <cp:lastModifiedBy>Darsi</cp:lastModifiedBy>
  <cp:revision>1</cp:revision>
  <dcterms:created xsi:type="dcterms:W3CDTF">2026-10-28T12:22:01Z</dcterms:created>
  <dcterms:modified xsi:type="dcterms:W3CDTF">2026-10-28T12:22:01Z</dcterms:modified>
</cp:coreProperties>
</file>