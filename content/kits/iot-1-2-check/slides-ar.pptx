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المستشعرات: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المستشعرات: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١،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المستشعرات: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المستشعر؟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الأرقام: الوحدات والتدريج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اصنع مقياس مطر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في الصف: سجّل، ارسم، قرّر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المستشعرات: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الحرارة والضوء والماء إلى أرقام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الوحدات ومستوى العين والمقارنات العادلة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قِس المطر بالمليمتر بزجاجة بلاستيكية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القراءات إلى القرار، خطوة بخطوة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المستشعرات: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أربعة طلاب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السبورة للغد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المستشعرات: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ستخبر عائلتك عن هذه الوحدة؟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المستشعرات: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واحدة سأستخدمها، ومتى سأستخدمها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المستشعرات: اختبار الوحدة</dc:title>
  <dc:subject>PptxGenJS Presentation</dc:subject>
  <dc:creator>Darsi</dc:creator>
  <cp:lastModifiedBy>Darsi</cp:lastModifiedBy>
  <cp:revision>1</cp:revision>
  <dcterms:created xsi:type="dcterms:W3CDTF">2026-10-27T22:35:14Z</dcterms:created>
  <dcterms:modified xsi:type="dcterms:W3CDTF">2026-10-27T22:35:14Z</dcterms:modified>
</cp:coreProperties>
</file>