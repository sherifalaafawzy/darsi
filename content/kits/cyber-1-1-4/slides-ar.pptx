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مجموعات واتساب مدرسية أكثر أمانًا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يجب ألّا تُنشر الصور والدرجات وأرقام الهواتف أبدًا في المجموعات الكبيرة.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نضع خمس قواعد واضحة لمجموعة الصف ونشرح كل واحدة منها.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نصف كيف نتحقّق من طلب عاجل ونبلغ عن رسالة غريبة.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أنشئ مجموعة أكثر أمانًا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الإرسال والتعديل للمشرفين فقط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موافقة المشرفين على الأعضاء الجدد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فعّل رقمًا سريًا للتحقق بخطوتين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صور للطلاب ولا درجات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اتصل للتحقّق من طلبات المال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مجموعة صفّنا: صانعو القواعد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اسأل: من منكم عضو في محادثة جماعية للعائلة أو لكرة القدم أو لجماعة دينية، أو يعرف واحدة منها؟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اقرأ المنشورات النموذجية الستة بصوت عالٍ.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صانعو القواعد (١٤ دقيقة): تكتب مجموعات من أربعة طلاب خمس قواعد لمجموعة الصف: الغرض منها، ومن ينشر فيها، وما الذي لا يُشارَك أبدًا، وكيف نعامل بعضنا، وماذا نفعل برسالة غريبة أو عاجلة.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تقرأ كل مجموعة أفضل قاعدة لديها.</a:t>
            </a:r>
            <a:endParaRPr lang="ar-SA" sz="17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(٦ دقائق): بطاقة الخروج: يكتب كل طالب شيئًا واحدًا لن ينشره أبدًا في مجموعة، وماذا سيفعل برسالة غريبة.</a:t>
            </a:r>
            <a:endParaRPr lang="ar-SA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على السبورة هاتفًا كبيرًا فيه محادثة جماعية فارغة. واكتب ستة منشورات نموذجية على قصاصات ورق: صورة للصف، وكشف درجات، وتذكير بالواجب، ورقم هاتف، ورسالة «مال عاجل»، ونتيجة مباراة.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يحدث في مجموعة بلا قواعد؟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يستطيع طالب جديد أن يفهم كل قاعدة من قراءة واحدة؟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قاعدة تحمينا أكثر من غيرها؟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مجموعات واتساب مدرسية أكثر أمانًا،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واحد لن أنشره أبدًا + ما أفعله برسالة غريبة.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مجموعات واتساب مدرسية أكثر أمانًا</dc:title>
  <dc:subject>PptxGenJS Presentation</dc:subject>
  <dc:creator>Darsi</dc:creator>
  <cp:lastModifiedBy>Darsi</cp:lastModifiedBy>
  <cp:revision>1</cp:revision>
  <dcterms:created xsi:type="dcterms:W3CDTF">2026-10-27T22:35:09Z</dcterms:created>
  <dcterms:modified xsi:type="dcterms:W3CDTF">2026-10-27T22:35:09Z</dcterms:modified>
</cp:coreProperties>
</file>