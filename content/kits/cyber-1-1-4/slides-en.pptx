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school WhatsApp groups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safety · Level 1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photos, marks and phone numbers should never be posted in big groups.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five clear rules for a class group and explain each 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to check an urgent request and report a strange message.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safer group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admins send or edit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approve new members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a two-step PIN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pupils’ photos or marks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check money requests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class group rules: Rule makers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who is in, or knows of, a family, football or faith group chat.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Read out the six example posts.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makers (14 min): Groups of four write five rules for a class group: what it’s for, who posts, what is never shared, how we treat each other, and what to do with a strange or urgent message.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Each group reads its best rule.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Exit ticket: each pupil writes one thing they will never post in a group and what they would do with a strange message.</a:t>
            </a:r>
            <a:endParaRPr lang="en-GB" sz="17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large phone on the board with an empty group chat. Write six example posts on slips of paper: a class photo, a mark list, a homework reminder, a phone number, an “urgent money” message and a match result.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in a group with no rules?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a new pupil understand each rule in one reading?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rule protects us most?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Safer school WhatsApp groups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I’ll never post + what I do with a strange message.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Safer school WhatsApp groups</dc:title>
  <dc:subject>PptxGenJS Presentation</dc:subject>
  <dc:creator>Darsi</dc:creator>
  <cp:lastModifiedBy>Darsi</cp:lastModifiedBy>
  <cp:revision>1</cp:revision>
  <dcterms:created xsi:type="dcterms:W3CDTF">2026-10-27T22:35:09Z</dcterms:created>
  <dcterms:modified xsi:type="dcterms:W3CDTF">2026-10-27T22:35:09Z</dcterms:modified>
</cp:coreProperties>
</file>