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Spot a phishing message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a phishing message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safety · Level 1 · Lesson 2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Spot a phishing message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five warning signs of a scam message.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printed messages into “scam” and “safe” and point to the warning sign.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how to check a message another way, such as asking a trusted adult.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Spot a phishing message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Stop, check, report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a warning sign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Stop: don’t tap or reply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another way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it, then delete it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Spot a phishing message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Scam or safe?: Scam sort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GB" altLang="en-US" sz="17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(5 min): Tell the gate story: a stranger says, “The head teacher sent me for the exam papers.” Ask pupils what they would do.</a:t>
            </a:r>
            <a:endParaRPr lang="en-GB" sz="1700" dirty="0"/>
          </a:p>
          <a:p>
            <a:pPr algn="l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GB" altLang="en-US" sz="17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(8 min): Explain phishing: a message that pretends to be someone you trust.</a:t>
            </a:r>
            <a:endParaRPr lang="en-GB" sz="1700" dirty="0"/>
          </a:p>
          <a:p>
            <a:pPr algn="l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GB" altLang="en-US" sz="17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Scam sort (14 min): Groups get eight message cards.</a:t>
            </a:r>
            <a:endParaRPr lang="en-GB" sz="1700" dirty="0"/>
          </a:p>
          <a:p>
            <a:pPr algn="l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GB" altLang="en-US" sz="17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(7 min): Each group reads one scam card aloud and says what they would do: stop, tell a trusted adult, check another way, then report and delete.</a:t>
            </a:r>
            <a:endParaRPr lang="en-GB" sz="1700" dirty="0"/>
          </a:p>
          <a:p>
            <a:pPr algn="l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GB" altLang="en-US" sz="17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 (6 min): Exit ticket: each pupil writes one warning sign and one safe action.</a:t>
            </a:r>
            <a:endParaRPr lang="en-GB" sz="17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2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eight short messages on cards, four scams and four safe. Scams: a prize, an urgent fee, a request for a code, a link from an unknown number. Safe: a timetable, a sports reminder, a library notice, a parents’ meeting. Make one set per group.</a:t>
            </a:r>
            <a:endParaRPr lang="en-GB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Spot a phishing message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Would you hand over the exam papers?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could you check whether the story is true?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warning sign do you see?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Spot a phishing message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warning sign + what I would do if I saw it.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Spot a phishing message</dc:title>
  <dc:subject>PptxGenJS Presentation</dc:subject>
  <dc:creator>Darsi</dc:creator>
  <cp:lastModifiedBy>Darsi</cp:lastModifiedBy>
  <cp:revision>1</cp:revision>
  <dcterms:created xsi:type="dcterms:W3CDTF">2026-10-27T22:35:07Z</dcterms:created>
  <dcterms:modified xsi:type="dcterms:W3CDTF">2026-10-27T22:35:07Z</dcterms:modified>
</cp:coreProperties>
</file>