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رسالة التصيّد الاحتيالي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خمس علامات تحذير في الرسالة الاحتيالية.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نصنّف رسائل مطبوعة إلى «احتيال» و«أمان»، ونشير إلى علامة التحذير.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نتحقّق من رسالة بطريقة أخرى، كسؤال شخص بالغ نثق به.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توقّف، تحقّق، أبلغ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علامة التحذير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توقّف: لا تضغط ولا ترد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بطريقة أخرى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أبلغ عنها، ثم احذفها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احتيال أم أمان؟: فرز الرسائل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احكِ قصة البوابة: يقول شخص غريب: «أرسلني المدير لآخذ أوراق الامتحان.» واسأل الطلاب ماذا سيفعلون.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اشرح التصيّد الاحتيالي: رسالة تتظاهر بأنها من شخص تثق به.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الرسائل (١٤ دقيقة): تحصل كل مجموعة على ثماني بطاقات رسائل.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تقرأ كل مجموعة بطاقة احتيال واحدة بصوت عالٍ، وتقول ماذا ستفعل: التوقّف، وإخبار شخص بالغ تثق به، والتحقّق بطريقة أخرى، ثم الإبلاغ والحذف.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(٦ دقائق): بطاقة الخروج: يكتب كل طالب علامة تحذير واحدة وتصرّفًا آمنًا واحدًا.</a:t>
            </a:r>
            <a:endParaRPr lang="ar-SA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ثماني رسائل قصيرة على بطاقات، أربعًا احتيالية وأربعًا آمنة. الاحتيالية: جائزة، ورسوم عاجلة، وطلب رمز، ورابط من رقم مجهول. الآمنة: جدول الحصص، وتذكير بموعد رياضي، وإشعار من المكتبة، واجتماع أولياء الأمور. جهّز مجموعة بطاقات لكل مجموعة.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كنت ستسلّمه أوراق الامتحان؟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يمكنك التحقّق من صحة القصة؟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علامة تحذير ترى؟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رسالة التصيّد الاحتيالي،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تحذير واحدة + ما سأفعله إن رأيتها.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اكشف رسالة التصيّد الاحتيالي</dc:title>
  <dc:subject>PptxGenJS Presentation</dc:subject>
  <dc:creator>Darsi</dc:creator>
  <cp:lastModifiedBy>Darsi</cp:lastModifiedBy>
  <cp:revision>1</cp:revision>
  <dcterms:created xsi:type="dcterms:W3CDTF">2026-10-27T22:35:07Z</dcterms:created>
  <dcterms:modified xsi:type="dcterms:W3CDTF">2026-10-27T22:35:07Z</dcterms:modified>
</cp:coreProperties>
</file>