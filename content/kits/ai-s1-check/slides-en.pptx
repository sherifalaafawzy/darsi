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AI?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AI?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AI?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all around you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learn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sees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gets it wrong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AI?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 from examples and makes predictions; it doesn’t think or feel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Collect, label, train, test on new examples, then use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picture is a grid of numbers, and vision AI learns patterns in them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and misses: people choose which matters more, and you check, ask and report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AI?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three or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each team agrees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question your team found hardest, and look it up in the lesson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AI?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you look for AI tomorrow, and what will it be predicting?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tell your family about this course?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AI?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from this course I’ll remember, and where I’ll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AI? Unit check</dc:title>
  <dc:subject>PptxGenJS Presentation</dc:subject>
  <dc:creator>Darsi</dc:creator>
  <cp:lastModifiedBy>Darsi</cp:lastModifiedBy>
  <cp:revision>1</cp:revision>
  <dcterms:created xsi:type="dcterms:W3CDTF">2026-10-28T14:43:29Z</dcterms:created>
  <dcterms:modified xsi:type="dcterms:W3CDTF">2026-10-28T14:43:29Z</dcterms:modified>
</cp:coreProperties>
</file>