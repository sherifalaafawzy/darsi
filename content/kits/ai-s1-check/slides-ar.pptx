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الذكاء الاصطناعي؟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الذكاء الاصطناعي؟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الذكاء الاصطناعي؟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من حولك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تتعلّم الآلات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يرى الذكاء الاصطناعي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يخطئ الذكاء الاصطناعي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الذكاء الاصطناعي؟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يتعلّم الأنماط من الأمثلة ويقدّم توقّعات، لكنه لا يفكّر ولا يشعر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اجمع، وصنّف، ودرّب، واختبر على أمثلة جديدة، ثم استخدم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الصورة شبكة من الأرقام، والذكاء الاصطناعي البصري يتعلّم الأنماط فيها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الإنذارات الكاذبة والحالات الفائتة: الناس يختارون أيّهما أهم، وأنت تتحقّق وتسأل وتبلّغ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الذكاء الاصطناعي؟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كوّنوا فرقًا من ثلاثة أو أربعة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اقرؤوا كل سؤال بصوت عالٍ، ويتّفق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اكشفوا الإجابة واطلبوا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اكتبوا السؤال الذي وجده فريقكم الأصعب، وارجعوا إليه في الدرس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الذكاء الاصطناعي؟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ستبحث عن الذكاء الاصطناعي غدًا، وماذا سيتوقّع؟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ستخبر أسرتك عن هذه الوحدة؟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ما الذكاء الاصطناعي؟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من هذه الوحدة سأتذكّرها، وأين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ما الذكاء الاصطناعي؟ اختبار الوحدة</dc:title>
  <dc:subject>PptxGenJS Presentation</dc:subject>
  <dc:creator>Darsi</dc:creator>
  <cp:lastModifiedBy>Darsi</cp:lastModifiedBy>
  <cp:revision>1</cp:revision>
  <dcterms:created xsi:type="dcterms:W3CDTF">2026-10-28T14:43:29Z</dcterms:created>
  <dcterms:modified xsi:type="dcterms:W3CDTF">2026-10-28T14:43:29Z</dcterms:modified>
</cp:coreProperties>
</file>