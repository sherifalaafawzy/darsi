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Every post leaves a trace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post leaves a trace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Every post leaves a trace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active footprint from your passive one.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posts are hard to take back.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details that add up, and test a post before you share it.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Every post leaves a trace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online leaves a trace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removes only your copy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details add up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three-people test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Every post leaves a trace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The puzzle game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List what you posted or shared this week.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(5 min): Mark each one active or passive.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Puzzle (7 min): Find what six made-up posts give away together.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(5 min): Rewrite two posts so they’re safe to share.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need paper and a pen. Write six short made-up posts, or use the ones in the Digital footprint lab. Never use real people’s posts.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Every post leaves a trace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your posts would a stranger find most useful?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doesn’t deleting a post make it disappear?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a future school to find about you?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Every post leaves a trace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detail I’ll stop sharing publicly + why.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post leaves a trace</dc:title>
  <dc:subject>PptxGenJS Presentation</dc:subject>
  <dc:creator>Darsi</dc:creator>
  <cp:lastModifiedBy>Darsi</cp:lastModifiedBy>
  <cp:revision>1</cp:revision>
  <dcterms:created xsi:type="dcterms:W3CDTF">2026-10-28T14:43:51Z</dcterms:created>
  <dcterms:modified xsi:type="dcterms:W3CDTF">2026-10-28T14:43:51Z</dcterms:modified>
</cp:coreProperties>
</file>