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 منشور يترك أثرًا،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منشور يترك أثرًا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 منشور يترك أثرًا،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تميّز بين بصمتك النشطة وبصمتك الخفية.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لماذا يصعب استرجاع المنشورات.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تكتشف التفاصيل التي تتجمّع، وتختبر المنشور قبل أن تشاركه.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 منشور يترك أثرًا،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على الإنترنت يترك أثرًا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الحذف يزيل نسختك فقط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التفاصيل الصغيرة تتجمّع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اختبار الأشخاص الثلاثة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 منشور يترك أثرًا،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النشاط: لعبة اللغز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اكتب ما نشرته أو شاركته هذا الأسبوع.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التصنيف (٥ دقائق): صنّف كلًّا منها: نشطة أم خفية.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اللغز (٧ دقائق): اكتشف ما تكشفه ستة منشورات خيالية معًا.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الإصلاح (٥ دقائق): أعِد كتابة منشورين ليصبحا آمنين للمشاركة.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تحتاج إلا إلى ورقة وقلم. اكتب ستة منشورات خيالية قصيرة، أو استعمل منشورات تطبيق «البصمة الرقمية» في المختبرات. ولا تستعمل أبدًا منشورات أشخاص حقيقيين.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 منشور يترك أثرًا،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منشوراتك قد يجده الغريب أكثر فائدة له؟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يختفي المنشور حين تحذفه؟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تحبّ أن تجد عنك مدرسة في المستقبل؟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 منشور يترك أثرًا،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تفصيل واحد سأتوقف عن نشره للجميع + السبب.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كل منشور يترك أثرًا</dc:title>
  <dc:subject>PptxGenJS Presentation</dc:subject>
  <dc:creator>Darsi</dc:creator>
  <cp:lastModifiedBy>Darsi</cp:lastModifiedBy>
  <cp:revision>1</cp:revision>
  <dcterms:created xsi:type="dcterms:W3CDTF">2026-10-28T14:43:52Z</dcterms:created>
  <dcterms:modified xsi:type="dcterms:W3CDTF">2026-10-28T14:43:52Z</dcterms:modified>
</cp:coreProperties>
</file>