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منصف للجميع،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منصف للجميع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٣،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منصف للجميع،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نكتشف مَن يخذلهم النموذج باختبار كل مجموعة على حدة، لا في المجمل فقط.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نعالج التحيّز من مصدره: نجمع الأمثلة الناقصة، ثم نختبر من جديد.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يهمّ إنصافُ النموذج الناسَ الذين يحكم عليهم.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منصف للجميع،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درجة إجمالية واحدة قد تخفي مجموعة يخذلها النموذج: فاختبر دائمًا مجموعةً مجموعة.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يبدأ التحيّز عادةً من فجوة في البيانات: مجموعة غائبة أو نادرة جدًا بين الأمثلة.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أصلح البيانات لا الناس: اجمع الأمثلة الناقصة بإذن أصحابها، وأعد التدريب، واختبر من جديد.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منصف للجميع،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تدقيق الإنصاف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الاختيار (٣ دقائق): الكتابة بالصوت وثلاث جمل.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الاستئذان (٤ دقائق): أربعة متطوعين، بإذنهم.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 (٨ دقائق): يقول كل شخص الجمل.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الجدول (٥ دقائق): نسبة الكلمات الصحيحة لكل شخص.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(٥ دقائق): مَن تخذله الأداة، ولماذا؟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يصلح لمجموعة صغيرة أو في البيت مع الأسرة. لا تختبر إلا من يوافق، ولا تحتفظ بأي تسجيل، واستخدم الحروف بدل الأسماء.</a:t>
            </a:r>
            <a:endParaRPr lang="ar-SA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منصف للجميع،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قد يكون نموذج ذو درجة إجمالية ممتازة غير منصف مع ذلك؟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 قد يكون غائبًا عن البيانات التي تقف خلف أداة تستخدمها كل يوم؟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من العدل أن نطلب من الناس تغيير طريقة كلامهم أو كتابتهم ليفهمهم النموذج؟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منصف للجميع،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مجموعة واحدة قد يخذلها نموذج أستخدمه، وكيف سأختبر ذلك.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منصف للجميع</dc:title>
  <dc:subject>PptxGenJS Presentation</dc:subject>
  <dc:creator>Darsi</dc:creator>
  <cp:lastModifiedBy>Darsi</cp:lastModifiedBy>
  <cp:revision>1</cp:revision>
  <dcterms:created xsi:type="dcterms:W3CDTF">2026-10-28T14:43:39Z</dcterms:created>
  <dcterms:modified xsi:type="dcterms:W3CDTF">2026-10-28T14:43:39Z</dcterms:modified>
</cp:coreProperties>
</file>