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Fair for everyone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for everyone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3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Fair for everyone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who a model fails by testing each group separately, not only overall.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bias at its source: collect the missing examples, then test again.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fair model matters to the people it judges.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Fair for everyone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overall score can hide a group the model fails: always test group by group.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usually starts with a data gap: a group missing or too rare in the examples.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data, not the people: collect the missing examples with permission, retrain and test again.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Fair for everyone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audit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(3 min): voice typing and three sentences.</a:t>
            </a:r>
            <a:endParaRPr lang="en-GB" sz="25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(4 min): four volunteers, with permission.</a:t>
            </a:r>
            <a:endParaRPr lang="en-GB" sz="25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(8 min): each person says the sentences.</a:t>
            </a:r>
            <a:endParaRPr lang="en-GB" sz="25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(5 min): each person’s share of words right.</a:t>
            </a:r>
            <a:endParaRPr lang="en-GB" sz="25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5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(5 min): who does it fail, and why?</a:t>
            </a:r>
            <a:endParaRPr lang="en-GB" sz="25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 small group or at home with family. Only test people who agree, keep no recordings, and use letters instead of names.</a:t>
            </a:r>
            <a:endParaRPr lang="en-GB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Fair for everyone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a model with a great overall score still be unfair?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might be missing from the data behind a tool you use every day?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ever fair to ask people to change how they speak or write so a model understands them?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Fair for everyone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group a model I use might fail, and how I would test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 for everyone</dc:title>
  <dc:subject>PptxGenJS Presentation</dc:subject>
  <dc:creator>Darsi</dc:creator>
  <cp:lastModifiedBy>Darsi</cp:lastModifiedBy>
  <cp:revision>1</cp:revision>
  <dcterms:created xsi:type="dcterms:W3CDTF">2026-10-28T14:43:39Z</dcterms:created>
  <dcterms:modified xsi:type="dcterms:W3CDTF">2026-10-28T14:43:39Z</dcterms:modified>
</cp:coreProperties>
</file>