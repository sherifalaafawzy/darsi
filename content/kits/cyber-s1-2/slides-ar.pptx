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الاحتيال،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اكشف الاحتيال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الاحتيال،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تذكر علامات التحذير الخمس في رسالة الاحتيال.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تتعرّف إلى أنواع الاحتيال التي تستهدف الشباب.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تتوقّف وتتحقّق بطريقة أخرى قبل أن تضغط أو تدفع أو تشارك.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تبلّغ وتحظر وتخبر شخصًا بالغًا تثق به.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الاحتيال،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علامات تحذير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أجمل من أن يكون حقيقيًا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استعجال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رمز أو كلمة مرور أو مال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رابط لم تكن تتوقّعه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مرسل لا يطابق ما يدّعيه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الاحتيال،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بطاقات: احتيال أم أمان؟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الكتابة (٦ دقائق): أربع رسائل قصيرة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التبادل (٣ دقائق): مع زميل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الحكم (٤ دقائق): احتيال أم أمان، ولماذا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المشاركة (دقيقتان): أصعب رسالة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تستخدم أبدًا أرقام هواتف أو أسماء أو روابط حقيقية على بطاقاتك.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الاحتيال،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يستخدم المحتالون الألعاب والجوائز؟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يُعدّ الاستعجال علامة تحذير؟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يمكنك أن تسأل قبل أن تدفع عبر الإنترنت؟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اكشف الاحتيال،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علامة تحذير واحدة، وما سأفعله إن رأيتها.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اكشف الاحتيال</dc:title>
  <dc:subject>PptxGenJS Presentation</dc:subject>
  <dc:creator>Darsi</dc:creator>
  <cp:lastModifiedBy>Darsi</cp:lastModifiedBy>
  <cp:revision>1</cp:revision>
  <dcterms:created xsi:type="dcterms:W3CDTF">2026-10-28T14:43:48Z</dcterms:created>
  <dcterms:modified xsi:type="dcterms:W3CDTF">2026-10-28T14:43:48Z</dcterms:modified>
</cp:coreProperties>
</file>