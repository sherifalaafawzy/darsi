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the scam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scam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1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the scam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five warning signs of a scam.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 scams aimed at young people.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and check another way before you click, pay or share.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Report, block and tell a trusted adult.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the scam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warning signs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good to be true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hurry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for a code, password or money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link you didn’t expect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sender who doesn’t match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the scam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or safe? cards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(6 min): four short messages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(3 min): with a partner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(4 min): scam or safe, and why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(2 min): the trickiest one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 real phone numbers, names or links on your cards.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the scam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scammers use games and prizes?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a hurry a warning sign?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could you ask before you pay online?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the scam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warning sign, and what I would do if I saw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 the scam</dc:title>
  <dc:subject>PptxGenJS Presentation</dc:subject>
  <dc:creator>Darsi</dc:creator>
  <cp:lastModifiedBy>Darsi</cp:lastModifiedBy>
  <cp:revision>1</cp:revision>
  <dcterms:created xsi:type="dcterms:W3CDTF">2026-10-28T14:43:47Z</dcterms:created>
  <dcterms:modified xsi:type="dcterms:W3CDTF">2026-10-28T14:43:47Z</dcterms:modified>
</cp:coreProperties>
</file>