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media, pupils’ photos and you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media, pupils’ photos and you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media, pupils’ photos and you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a pupil photo can be posted, and how.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details in a photo that give a child away.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personal and school accounts apart, and spot a fake school page.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media, pupils’ photos and you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joy, not the details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Groups, from behind, no full names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background; location tags off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profile private; official channels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media, pupils’ photos and you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detectives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Forty sports-day photos.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Who, where, when.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Detectives (15 min): Three photos, every detail.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Fix each photo.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Five photo rules.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three photo descriptions on cards, or quick drawings: a close-up of a winner with her full name; a group at the school gate with the date and time; the team seen from behind. Use no real pupils.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media, pupils’ photos and you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mind a stranger seeing this photo of you?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detail is easiest to miss?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school do if a parent says no?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Social media, pupils’ photos and you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detail that gives a child away + how to remove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media, pupils’ photos and you</dc:title>
  <dc:subject>PptxGenJS Presentation</dc:subject>
  <dc:creator>Darsi</dc:creator>
  <cp:lastModifiedBy>Darsi</cp:lastModifiedBy>
  <cp:revision>1</cp:revision>
  <dcterms:created xsi:type="dcterms:W3CDTF">2026-10-28T08:21:00Z</dcterms:created>
  <dcterms:modified xsi:type="dcterms:W3CDTF">2026-10-28T08:21:00Z</dcterms:modified>
</cp:coreProperties>
</file>