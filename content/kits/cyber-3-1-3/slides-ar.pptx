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وسائل التواصل الاجتماعي وصور الطلاب وأنت،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وسائل التواصل الاجتماعي وصور الطلاب وأنت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الأمن السيبراني، المستوى ٣، الدرس ٣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وسائل التواصل الاجتماعي وصور الطلاب وأنت،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سنتعلّم اليوم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نقرّر هل يمكن نشر صورة طالب، وكيف.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نكتشف التفاصيل التي تكشف هوية الطفل في الصورة.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نفصل الحسابات الشخصية عن حسابات المدرسة، ونكشف صفحة المدرسة المزيّفة.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وسائل التواصل الاجتماعي وصور الطلاب وأنت،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شارك الفرحة، لا التفاصيل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الموافقة أولًا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صور جماعية، من الخلف، دون أسماء كاملة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افحص الخلفية، وأوقف علامات الموقع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الحساب الشخصي خاص، والتواصل عبر القنوات الرسمية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وسائل التواصل الاجتماعي وصور الطلاب وأنت،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محقّقو الصور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التمهيد (٥ دقائق): أربعون صورة من يوم الرياضة.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الشرح (٨ دقائق): من، وأين، ومتى.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المحقّقون (١٥ دقيقة): ثلاث صور، وكل تفصيل.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المشاركة (٧ دقائق): أصلحوا كل صورة.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الختام (٥ دقائق): خمس قواعد للصور.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جهّز وصفًا لثلاث صور على بطاقات، أو رسومًا سريعة: صورة قريبة لفائزة مع اسمها الكامل، ومجموعة عند بوابة المدرسة مع التاريخ والوقت، والفريق من الخلف. لا تستخدم طلاب حقيقيين.</a:t>
            </a:r>
            <a:endParaRPr lang="ar-SA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وسائل التواصل الاجتماعي وصور الطلاب وأنت،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هل يزعجك أن يرى غريب هذه الصورة لك؟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تفصيل هو الأسهل أن يفوتنا؟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يجب أن تفعل المدرسة إذا رفض ولي أمر؟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وسائل التواصل الاجتماعي وصور الطلاب وأنت،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تفصيل واحد يكشف هوية الطفل + كيف نحذفه.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وسائل التواصل الاجتماعي وصور الطلاب وأنت</dc:title>
  <dc:subject>PptxGenJS Presentation</dc:subject>
  <dc:creator>Darsi</dc:creator>
  <cp:lastModifiedBy>Darsi</cp:lastModifiedBy>
  <cp:revision>1</cp:revision>
  <dcterms:created xsi:type="dcterms:W3CDTF">2026-10-28T08:21:01Z</dcterms:created>
  <dcterms:modified xsi:type="dcterms:W3CDTF">2026-10-28T08:21:01Z</dcterms:modified>
</cp:coreProperties>
</file>