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Fingerprints of data: hashing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Fingerprints of data: hashing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Fingerprints of data: hashing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three rules of a good hash.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websites store passwords as fingerprints.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fingerprints to check that a file wasn’t changed.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Fingerprints of data: hashing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data in, a fixed-size fingerprint out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 same fingerprint; one letter, a new one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One-way: no going back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and slow hashes slow attackers down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Fingerprints of data: hashing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Fingerprint detective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The password puzzle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(6 min): Make fingerprints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(5 min): Which file changed?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(3 min): Tell a partner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pairs with one phone or computer. Before you start, each of you writes two short sentences on paper.</a:t>
            </a:r>
            <a:endParaRPr lang="en-GB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Fingerprints of data: hashing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it through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good website never need to know your password?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go wrong if a hash could be run backwards?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long passphrase still matter if the site uses hashes?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Fingerprints of data: hashing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use of a hash, and why it works.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Fingerprints of data: hashing</dc:title>
  <dc:subject>PptxGenJS Presentation</dc:subject>
  <dc:creator>Darsi</dc:creator>
  <cp:lastModifiedBy>Darsi</cp:lastModifiedBy>
  <cp:revision>1</cp:revision>
  <dcterms:created xsi:type="dcterms:W3CDTF">2026-10-28T14:44:01Z</dcterms:created>
  <dcterms:modified xsi:type="dcterms:W3CDTF">2026-10-28T14:44:01Z</dcterms:modified>
</cp:coreProperties>
</file>