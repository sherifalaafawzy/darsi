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بصمات البيانات: دوال التجزئة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ستتعلّم أن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 القواعد الثلاث لدالة التجزئة الجيدة.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كيف تحفظ المواقع كلمات المرور في صورة بصمات.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تستخدم البصمات لتتحقق من أن ملفًا لم يتغيّر.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بيانات تدخل، وبصمة ثابتة الطول تخرج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المدخل نفسه يعطي البصمة نفسها، وحرف واحد يغيّرها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اتجاه واحد: لا رجوع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الملح والدوال البطيئة تُبطئ المهاجمين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محقّق البصمات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لغز كلمة المرور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المختبر (٦ دقائق): اصنع بصمات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التحقيق (٥ دقائق): أيّ ملف تغيّر؟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(٣ دقائق): اشرح لزميلك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اعملا في أزواج بهاتف أو حاسوب واحد. وقبل أن تبدآ، يكتب كل منكما جملتين قصيرتين على الورق.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يحتاج الموقع الجيد إلى معرفة كلمة مرورك أبدًا؟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سيحدث لو أمكن عكس دالة التجزئة؟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تظل عبارة المرور الطويلة مهمة حتى لو استخدم الموقع البصمات؟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بصمات البيانات: دوال التجزئة،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واحد لدالة التجزئة، ولماذا ينجح.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بصمات البيانات: دوال التجزئة</dc:title>
  <dc:subject>PptxGenJS Presentation</dc:subject>
  <dc:creator>Darsi</dc:creator>
  <cp:lastModifiedBy>Darsi</cp:lastModifiedBy>
  <cp:revision>1</cp:revision>
  <dcterms:created xsi:type="dcterms:W3CDTF">2026-10-28T14:44:02Z</dcterms:created>
  <dcterms:modified xsi:type="dcterms:W3CDTF">2026-10-28T14:44:02Z</dcterms:modified>
</cp:coreProperties>
</file>