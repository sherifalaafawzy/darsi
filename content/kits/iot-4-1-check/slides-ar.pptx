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مشاريع المدرسة الذكية: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مشاريع المدرسة الذكية: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٤،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مشاريع المدرسة الذكية: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الوحدة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ابدأ من مشكلة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جرّب وركّب واختبر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حافظ على عمله وأمانه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أخلاقيات البيانات: العدل والأمان والصدق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مشاريع المدرسة الذكية: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ابدأ من مشكلة، بسؤال يمكن قياسه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جرّب واحدًا، وركّبه جيدًا، واضبط التنبيهات على بيانات حقيقية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خطّط للصيانة والنبضة والأمان والتسليم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اجمع أقل، واستأذن أولًا، واعرض بصدق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مشاريع المدرسة الذكية: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مسابقة الفرق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كوّن فرقًا من أربعة طلاب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 كل سؤال بصوت عالٍ، ويتفق كل فريق على إجابة واحدة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اكشف الإجابة واطلب من أحد الفرق أن يشرح السبب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أصعب سؤال على السبورة للغد</a:t>
            </a:r>
            <a:endParaRPr lang="ar-SA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مشاريع المدرسة الذكية: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فكرة ستستخدمها أولًا؟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سؤال فاجأك،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سيبني طلابك أو يقيسون أولًا؟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مشاريع المدرسة الذكية: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فكرة واحدة سأستخدمها، ومتى سأستخدمها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مشاريع المدرسة الذكية: اختبار الوحدة</dc:title>
  <dc:subject>PptxGenJS Presentation</dc:subject>
  <dc:creator>Darsi</dc:creator>
  <cp:lastModifiedBy>Darsi</cp:lastModifiedBy>
  <cp:revision>1</cp:revision>
  <dcterms:created xsi:type="dcterms:W3CDTF">2026-10-28T09:45:08Z</dcterms:created>
  <dcterms:modified xsi:type="dcterms:W3CDTF">2026-10-28T09:45:08Z</dcterms:modified>
</cp:coreProperties>
</file>