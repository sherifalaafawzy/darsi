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Smart school projects: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school projects: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4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Smart school projects: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problem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Pilot, place and test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running and secure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ethics: fair, safe and honest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Smart school projects: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problem, with a question you can measure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one, place it well, set alerts on real data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upkeep, a heartbeat, security and a handover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less, ask first, report honestly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Smart school projects: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four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teams agree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 and ask one team to explain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hardest question on the board for tomorrow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Smart school projects: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will you use first?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your pupils build or measure first?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Smart school projects: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I will use, and when I will use it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school projects: unit check</dc:title>
  <dc:subject>PptxGenJS Presentation</dc:subject>
  <dc:creator>Darsi</dc:creator>
  <cp:lastModifiedBy>Darsi</cp:lastModifiedBy>
  <cp:revision>1</cp:revision>
  <dcterms:created xsi:type="dcterms:W3CDTF">2026-10-28T09:45:08Z</dcterms:created>
  <dcterms:modified xsi:type="dcterms:W3CDTF">2026-10-28T09:45:08Z</dcterms:modified>
</cp:coreProperties>
</file>