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Social engineering: hacking people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engineering: hacking people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· Level 3 · Lesson 2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Social engineering: hacking people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lesson you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what social engineering is and why it works.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five tricks in calls, messages, game chats and in person.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 safely: pause, check through another channel, say no.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Social engineering: hacking people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tricks, one defence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Authority, urgency, fear, a gift, curiosity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your name proves nothing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help lets you call back, and never asks for codes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Pause, check another way, never share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Social engineering: hacking people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Trick spotting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(4 min): Write down three scam messages or calls you’ve heard of.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(6 min): Name the tricks in each one.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 (6 min): Write the best reply to each.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(4 min): Explain one to someone at home.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9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with real examples, but never call back a scam number or reply to a scam message, even as a joke.</a:t>
            </a:r>
            <a:endParaRPr lang="en-GB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Social engineering: hacking people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it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attackers try to make you feel rushed or scared?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you check a call without using the number it came from?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is it hard to say no, and how can you make it easier?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Social engineering: hacking people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go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trick + the words I’ll use to say no to it.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engineering: hacking people</dc:title>
  <dc:subject>PptxGenJS Presentation</dc:subject>
  <dc:creator>Darsi</dc:creator>
  <cp:lastModifiedBy>Darsi</cp:lastModifiedBy>
  <cp:revision>1</cp:revision>
  <dcterms:created xsi:type="dcterms:W3CDTF">2026-10-28T14:43:57Z</dcterms:created>
  <dcterms:modified xsi:type="dcterms:W3CDTF">2026-10-28T14:43:57Z</dcterms:modified>
</cp:coreProperties>
</file>