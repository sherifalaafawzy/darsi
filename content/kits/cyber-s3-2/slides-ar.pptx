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الهندسة الاجتماعية: اختراق البشر،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الهندسة الاجتماعية: اختراق البشر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٣، الدرس ٢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الهندسة الاجتماعية: اختراق البشر،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الهندسة الاجتماعية ولماذا تنجح.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تسمّي الحيل الخمس في المكالمات والرسائل ودردشات الألعاب ووجهًا لوجه.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تردّ بأمان: تتمهّل، وتتحقّق عبر قناة أخرى، وتقول لا.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الهندسة الاجتماعية: اختراق البشر،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خمس حيل، ودفاع واحد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السلطة، والاستعجال، والتخويف، والهدية، والفضول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معرفة اسمك لا تثبت شيئًا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المساعدة الحقيقية تتركك تتصل للتأكد، ولا تطلب الرموز أبدًا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تمهّل، وتحقّق بطريقة أخرى، ولا تشارك أبدًا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الهندسة الاجتماعية: اختراق البشر،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كشف الحيل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الجمع (٤ دقائق): اكتب ثلاث رسائل أو مكالمات احتيال سمعت بها.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الكشف (٦ دقائق): سمِّ الحيل في كل منها.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الكتابة (٦ دقائق): اكتب أفضل ردّ على كل منها.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التعليم (٤ دقائق): اشرح واحدة لأحد في البيت.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اعمل على أمثلة حقيقية، لكن لا تتصل أبدًا برقم احتيال ولا تردّ على رسالة احتيال، ولو على سبيل المزاح.</a:t>
            </a:r>
            <a:endParaRPr lang="ar-SA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الهندسة الاجتماعية: اختراق البشر،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 في الأمر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يحاول المهاجمون أن يجعلوك تشعر بالاستعجال أو الخوف؟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تتحقّق من مكالمة دون أن تستخدم الرقم الذي جاءت منه؟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متى يصعب أن تقول لا، وكيف تجعل ذلك أسهل؟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الهندسة الاجتماعية: اختراق البشر،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أن تغادر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حيلة واحدة + الكلمات التي سأقول بها لا أمامها.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الهندسة الاجتماعية: اختراق البشر</dc:title>
  <dc:subject>PptxGenJS Presentation</dc:subject>
  <dc:creator>Darsi</dc:creator>
  <cp:lastModifiedBy>Darsi</cp:lastModifiedBy>
  <cp:revision>1</cp:revision>
  <dcterms:created xsi:type="dcterms:W3CDTF">2026-10-28T14:43:58Z</dcterms:created>
  <dcterms:modified xsi:type="dcterms:W3CDTF">2026-10-28T14:43:58Z</dcterms:modified>
</cp:coreProperties>
</file>