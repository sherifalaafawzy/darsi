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حين تقع مشكلة،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حين تقع مشكلة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الأمن السيبراني، المستوى ١، الدرس ٤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حين تقع مشكلة،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هذا الدرس سوف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تتعرّف إلى علامات الحساب المسروق.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تتّبع خطوات استعادة الحساب بالترتيب.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تتحرّك بسرعة بعد الاحتيال، وتحتفظ بالدليل.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تخبر شخصًا بالغًا تثق به، وتساعد صديقًا خُدع.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حين تقع مشكلة،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أخبِر، واستعِد، وبلِّغ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أخبر شخصًا بالغًا تثق به، الآن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غيّر كلمة المرور في كل مكان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 بخطوتين، والخروج من الأجهزة الأخرى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دفعت؟ اتصل بالرقم الرسمي بسرعة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تدفع أبدًا لمن يعرض «الاسترداد»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حين تقع مشكلة،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ستفعل؟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القراءة (٣ دقائق): أربع بطاقات مشكلات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الترتيب (٥ دقائق): أول ثلاث خطوات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المقارنة (٤ دقائق): مع زميل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 (٣ دقائق): من ستخبر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استخدم أسماء متخيَّلة على البطاقات، ولا تكتب أبدًا كلمات مرور أو أرقام حسابات حقيقية.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حين تقع مشكلة،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فكّر في الأمر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يكون إخبار شخص بالغ هو الخطوة الأولى؟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يجب أن يأتي رقم خدمة العملاء من التطبيق الرسمي أو البطاقة؟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تساعد صديقًا خُدع؟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حين تقع مشكلة،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أن تغادر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خطواتي الثلاث الأولى إن سُرق حسابي.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حين تقع مشكلة</dc:title>
  <dc:subject>PptxGenJS Presentation</dc:subject>
  <dc:creator>Darsi</dc:creator>
  <cp:lastModifiedBy>Darsi</cp:lastModifiedBy>
  <cp:revision>1</cp:revision>
  <dcterms:created xsi:type="dcterms:W3CDTF">2026-10-28T14:43:49Z</dcterms:created>
  <dcterms:modified xsi:type="dcterms:W3CDTF">2026-10-28T14:43:49Z</dcterms:modified>
</cp:coreProperties>
</file>