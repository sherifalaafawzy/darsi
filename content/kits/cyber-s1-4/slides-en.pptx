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something goes wrong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1 · Lesson 4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lesson you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 the signs of a hacked account.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recovery steps in order.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fast after a scam, and keep evidence.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trusted adult, and help a friend who was tricked.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Tell, take it back, report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trusted adult, now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password, everywhere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Two-step sign-in; sign out other devices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Paid? Call the official number fast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pay a “recovery” helper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do?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(3 min): four problem cards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(5 min): the first three steps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(4 min): with a partner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(3 min): who you would tell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made-up names on the cards, and never real passwords or account numbers.</a:t>
            </a:r>
            <a:endParaRPr lang="en-GB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telling an adult the first step?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must the helpline number come from the official app or card?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you help a friend who was tricked?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When something goes wrong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first three steps if I am hacked.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something goes wrong</dc:title>
  <dc:subject>PptxGenJS Presentation</dc:subject>
  <dc:creator>Darsi</dc:creator>
  <cp:lastModifiedBy>Darsi</cp:lastModifiedBy>
  <cp:revision>1</cp:revision>
  <dcterms:created xsi:type="dcterms:W3CDTF">2026-10-28T14:43:49Z</dcterms:created>
  <dcterms:modified xsi:type="dcterms:W3CDTF">2026-10-28T14:43:49Z</dcterms:modified>
</cp:coreProperties>
</file>