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تحقّق قبل أن تثق،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H:\htdocs\darsi\apps\web\public\app-icons\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تحقّق قبل أن تثق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١، الدرس ٣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تحقّق قبل أن تثق،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نتعرّف إلى «هلوسة» الذكاء الاصطناعي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نتدرّب على التحقّق من المعلومات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نتّفق على قواعد للاستخدام الآمن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تحقّق قبل أن تثق،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ثلاث خطوات للتحقّق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هذا ممكن؟ (التواريخ والأرقام والأسماء)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أين جاء؟ افتح المصدر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يتّفق معه كتاب أو موقع موثوق؟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تحقّق قبل أن تثق،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سباق الفرق: اكتشف الخطأ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يحصل كل فريق على إجابة فيها خطأ مخفي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يفوز أول فريق يكتشفه ويثبته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شاركوا: كيف تحقّقتم؟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 دقيقة، إجابات مطبوعة</a:t>
            </a:r>
            <a:endParaRPr lang="ar-SA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تحقّق قبل أن تثق،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قد يختلق الذكاء الاصطناعي مصدرًا؟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المعلومات التي لا يجب إدخالها أبدًا في روبوت دردشة؟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H:\htdocs\darsi\apps\web\public\app-icons\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مجانًا، تحقّق قبل أن تثق،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 قاعدة صفّنا لاستخدام الذكاء الاصطناعي</a:t>
            </a:r>
            <a:endParaRPr lang="ar-SA" sz="2600" dirty="0"/>
          </a:p>
          <a:p>
            <a:pPr rtl="1" algn="r" marL="342900" indent="-342900">
              <a:spcAft>
                <a:spcPts val="13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اذكر مكانًا يمكنك التحقّق فيه من المعلومات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تحقّق قبل أن تثق</dc:title>
  <dc:subject>PptxGenJS Presentation</dc:subject>
  <dc:creator>Darsi</dc:creator>
  <cp:lastModifiedBy>Darsi</cp:lastModifiedBy>
  <cp:revision>1</cp:revision>
  <dcterms:created xsi:type="dcterms:W3CDTF">2026-10-27T22:35:05Z</dcterms:created>
  <dcterms:modified xsi:type="dcterms:W3CDTF">2026-10-27T22:35:05Z</dcterms:modified>
</cp:coreProperties>
</file>