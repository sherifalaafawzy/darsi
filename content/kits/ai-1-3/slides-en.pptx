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 ·  Check before you trust  · 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/home/claude/darsi/apps/web/public/app-icons/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you trust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 ·  Check before you trust  · 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an AI “hallucination” is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checking facts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rules for using AI safely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 ·  Check before you trust  · 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checks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possible? (dates, numbers, names)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it from? Open the source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trusted book or site agree?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 ·  Check before you trust  · 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race: find the mistake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gets an AI answer with one hidden error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team to find and prove it wins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Share: how did you check?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· printed answers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 ·  Check before you trust  · 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might AI invent a source?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should never go into a chatbot?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 ·  Check before you trust  · 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our class rule for using AI</a:t>
            </a:r>
            <a:endParaRPr lang="en-GB" sz="2600" dirty="0"/>
          </a:p>
          <a:p>
            <a:pPr algn="l" marL="342900" indent="-342900">
              <a:spcAft>
                <a:spcPts val="14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place you can check facts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 before you trust</dc:title>
  <dc:subject>PptxGenJS Presentation</dc:subject>
  <dc:creator>Darsi</dc:creator>
  <cp:lastModifiedBy>Darsi</cp:lastModifiedBy>
  <cp:revision>1</cp:revision>
  <dcterms:created xsi:type="dcterms:W3CDTF">2026-10-25T19:37:29Z</dcterms:created>
  <dcterms:modified xsi:type="dcterms:W3CDTF">2026-10-25T19:37:29Z</dcterms:modified>
</cp:coreProperties>
</file>