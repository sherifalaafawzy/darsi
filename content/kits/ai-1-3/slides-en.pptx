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1</a:t>
            </a:r>
            <a:endParaRPr lang="en-GB" sz="1100" dirty="0"/>
          </a:p>
        </p:txBody>
      </p:sp>
      <p:sp>
        <p:nvSpPr>
          <p:cNvPr id="5" name="Shape 2"/>
          <p:cNvSpPr/>
          <p:nvPr/>
        </p:nvSpPr>
        <p:spPr>
          <a:xfrm>
            <a:off x="813816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H:\htdocs\darsi\apps\web\public\app-icons\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before you trust</a:t>
            </a:r>
            <a:endParaRPr lang="en-GB" sz="5400" dirty="0"/>
          </a:p>
        </p:txBody>
      </p:sp>
      <p:sp>
        <p:nvSpPr>
          <p:cNvPr id="8" name="Text 4"/>
          <p:cNvSpPr/>
          <p:nvPr/>
        </p:nvSpPr>
        <p:spPr>
          <a:xfrm>
            <a:off x="64008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Level 1 · Lesson 3</a:t>
            </a:r>
            <a:endParaRPr lang="en-GB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2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 will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what an AI “hallucination” is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checking facts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rules for using AI safely</a:t>
            </a:r>
            <a:endParaRPr lang="en-GB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3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checks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possible? (dates, numbers, names)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it from? Open the source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trusted book or site agree?</a:t>
            </a:r>
            <a:endParaRPr lang="en-GB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4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race: find the mistake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 gets an AI answer with one hidden error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team to find and prove it wins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Share: how did you check?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32104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5820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GB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 · printed answers</a:t>
            </a:r>
            <a:endParaRPr lang="en-GB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5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discuss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might AI invent a source?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should never go into a chatbot?</a:t>
            </a:r>
            <a:endParaRPr lang="en-GB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H:\htdocs\darsi\apps\web\public\app-icons\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· Check before you trust · 6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our class rule for using AI</a:t>
            </a:r>
            <a:endParaRPr lang="en-GB" sz="2600" dirty="0"/>
          </a:p>
          <a:p>
            <a:pPr algn="l" marL="342900" indent="-342900">
              <a:spcAft>
                <a:spcPts val="13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place you can check facts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 before you trust</dc:title>
  <dc:subject>PptxGenJS Presentation</dc:subject>
  <dc:creator>Darsi</dc:creator>
  <cp:lastModifiedBy>Darsi</cp:lastModifiedBy>
  <cp:revision>1</cp:revision>
  <dcterms:created xsi:type="dcterms:W3CDTF">2026-10-27T22:35:05Z</dcterms:created>
  <dcterms:modified xsi:type="dcterms:W3CDTF">2026-10-27T22:35:05Z</dcterms:modified>
</cp:coreProperties>
</file>