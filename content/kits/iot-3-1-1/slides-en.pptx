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Logging data you can trust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data you can trust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3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Logging data you can trust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 data log: what to measure, where, how often, with a time and unit on every reading.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 sensor against a reference before trusting it.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glitches openly, and use the median when a few bad readings would drag the average.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Logging data you can trust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you can trust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question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Time, unit and place on every reading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against a reference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openly; report the median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Logging data you can trust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paper log on a rota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Show “85 °C at 7 am”. Could it be true?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(8 min): Agree the question: what, where, how often.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(7 min): Read two thermometers side by side.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(12 min): Start the rota; practise readings with time and unit.</a:t>
            </a:r>
            <a:endParaRPr lang="en-GB" sz="23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(8 min): Sort sample readings and find the median.</a:t>
            </a:r>
            <a:endParaRPr lang="en-GB" sz="23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class, hang the thermometer in the shade at desk height and check that pupils can read it. Use a dial or digital thermometer with young pupils; if a glass one breaks, an adult clears it up. If you use a sensor board, run it on batteries only.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Logging data you can trust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else at school could a glitch mislead a decision?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should a surprising reading stay in the data?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be able to check how the data was cleaned?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Logging data you can trust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Readings: 30, 28, 85, 31, 29 °C. What is the median, and what goes in the cleaning note?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Logging data you can trust</dc:title>
  <dc:subject>PptxGenJS Presentation</dc:subject>
  <dc:creator>Darsi</dc:creator>
  <cp:lastModifiedBy>Darsi</cp:lastModifiedBy>
  <cp:revision>1</cp:revision>
  <dcterms:created xsi:type="dcterms:W3CDTF">2026-10-28T12:56:15Z</dcterms:created>
  <dcterms:modified xsi:type="dcterms:W3CDTF">2026-10-28T12:56:15Z</dcterms:modified>
</cp:coreProperties>
</file>