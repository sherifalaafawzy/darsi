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في الأمن السيبراني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ستتعلّم أن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تصف عددًا من الوظائف في الأمن السيبراني.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لماذا يأتي الإذن أولًا، وماذا تفعل إن وجدت نقطة ضعف.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تخطّط لخطواتك الأولى.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المدافعون مطلوبون في كل مكان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محلّلون ومهندسون ومحققون ومخترقون أخلاقيون وغيرهم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الإذن أولًا، دائمًا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وجدت نقطة ضعف؟ أخبر المالك سرًّا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نشاط: مدافع ليوم واحد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أيّ وظيفة؟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المختبر (٦ دقائق): درّب مرشّحًا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(٥ دقائق): مسموح أم لا؟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(٣ دقائق): خطوتي الأولى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على الورق ست بطاقات مواقف وأربعة أوصاف وظائف، مجموعة لكل فريق.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يظل «إلقاء نظرة فقط» دون إذن جريمة؟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 إذا لاحظت نقطة ضعف مصادفةً؟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موادك الدراسية سيساعدك أكثر في الأمن، ولماذا؟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العمل في الأمن السيبراني،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وظيفة أمنية واحدة، وخطوة أولى أستطيع القيام بها.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العمل في الأمن السيبراني</dc:title>
  <dc:subject>PptxGenJS Presentation</dc:subject>
  <dc:creator>Darsi</dc:creator>
  <cp:lastModifiedBy>Darsi</cp:lastModifiedBy>
  <cp:revision>1</cp:revision>
  <dcterms:created xsi:type="dcterms:W3CDTF">2026-10-28T14:44:04Z</dcterms:created>
  <dcterms:modified xsi:type="dcterms:W3CDTF">2026-10-28T14:44:04Z</dcterms:modified>
</cp:coreProperties>
</file>