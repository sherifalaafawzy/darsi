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Careers in cyber security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Careers in cyber security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4 · Lesson 4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Careers in cyber security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lesson you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several jobs in cyber security.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permission comes first, and what to do if you find a weakness.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your own first steps.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Careers in cyber security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Defenders are needed everywhere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Analysts, engineers, investigators, ethical hackers and more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first, always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a weakness? Tell the owner privately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Careers in cyber security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Activity: Defender for a day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(3 min): Which job?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(6 min): Train a filter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(5 min): Allowed or not?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(3 min): My first step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six situation cards and four job descriptions on paper, one set per group.</a:t>
            </a:r>
            <a:endParaRPr lang="en-GB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Careers in cyber security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it through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“just looking” without permission still a crime?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you do if you notice a weakness by accident?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 your school subjects would help most in security, and why?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Careers in cyber security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go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security job, and one first step I could take.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Careers in cyber security</dc:title>
  <dc:subject>PptxGenJS Presentation</dc:subject>
  <dc:creator>Darsi</dc:creator>
  <cp:lastModifiedBy>Darsi</cp:lastModifiedBy>
  <cp:revision>1</cp:revision>
  <dcterms:created xsi:type="dcterms:W3CDTF">2026-10-28T14:44:04Z</dcterms:created>
  <dcterms:modified xsi:type="dcterms:W3CDTF">2026-10-28T14:44:04Z</dcterms:modified>
</cp:coreProperties>
</file>