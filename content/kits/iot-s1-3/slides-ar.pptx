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قِس بدقة،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قِس بدقة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١، الدرس ٣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قِس بدقة،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تقرأ التدريج بعناية: الوحدة، ومستوى العين، وقيمة كل خطوة صغيرة.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تسجّل القياس برقمه ووحدته ووقته ومكانه.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تكتشف القراءة التي لا يمكن أن تكون صحيحة، وتقول ما ينبغي فعله حيالها.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قِس بدقة،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قِس بدقة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رقم يحتاج إلى وحدته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 قيمة كل مسافة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اقرأ وعينك في مستوى العلامة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الرقم، والوحدة، والوقت، والمكان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قِس بدقة،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قِس ثلاث مرات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ما ستقيسه، والأداة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 قيمة كل مسافة صغيرة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قِس ثلاث مرات، وعينك في المستوى، بالطريقة نفسها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الرقم والوحدة والوقت والمكان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قارن مع صديق، واشرح أيّ اختلاف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 صنعت مقياس مطر من زجاجة، فليقصّها شخص بالغ ويغطِّ الحافة الحادّة بشريط لاصق. وإن انكسر ميزان حرارة زجاجي فلا تلمسه، وأخبر شخصًا بالغًا.</a:t>
            </a:r>
            <a:endParaRPr lang="ar-SA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قِس بدقة،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قد يحصل شخصان حريصان على قراءتين مختلفتين قليلًا؟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متى يكون استبعاد قراءة أمرًا عادلًا، وما الذي يجب أن تكتبه؟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ترى في حياتك اليومية أرقامًا بلا وحدة؟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قِس بدقة،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من نفسك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تدريج ٥ مسافات بين ٠ و١٠. كم قيمة كل مسافة؟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قِس بدقة</dc:title>
  <dc:subject>PptxGenJS Presentation</dc:subject>
  <dc:creator>Darsi</dc:creator>
  <cp:lastModifiedBy>Darsi</cp:lastModifiedBy>
  <cp:revision>1</cp:revision>
  <dcterms:created xsi:type="dcterms:W3CDTF">2026-10-28T14:44:08Z</dcterms:created>
  <dcterms:modified xsi:type="dcterms:W3CDTF">2026-10-28T14:44:08Z</dcterms:modified>
</cp:coreProperties>
</file>