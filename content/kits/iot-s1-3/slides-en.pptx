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Measure it right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it right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· Level 1 · Lesson 3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Measure it right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 scale carefully: the unit, eye level and what each small step is worth.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a measurement with its number, unit, time and place.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a reading that can't be right, and say what to do about it.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Measure it right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it right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needs its unit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what each gap is worth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at eye level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Number, unit, time, place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Measure it right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it three times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what to measure, and the tool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what each small gap is worth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three times, at eye level, the same way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number, unit, time and place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with a friend; explain any difference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6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make a bottle rain gauge, an adult cuts the bottle and tapes the sharp edge. If a glass thermometer breaks, don't touch it: tell an adult.</a:t>
            </a:r>
            <a:endParaRPr lang="en-GB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Measure it right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might two careful people get slightly different readings?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is it fair to leave a reading out, and what must you write down?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in daily life do you see numbers with no unit?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Measure it right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yourself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are 5 gaps between 0 and 10 on a scale. What is each gap worth?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 it right</dc:title>
  <dc:subject>PptxGenJS Presentation</dc:subject>
  <dc:creator>Darsi</dc:creator>
  <cp:lastModifiedBy>Darsi</cp:lastModifiedBy>
  <cp:revision>1</cp:revision>
  <dcterms:created xsi:type="dcterms:W3CDTF">2026-10-28T14:44:08Z</dcterms:created>
  <dcterms:modified xsi:type="dcterms:W3CDTF">2026-10-28T14:44:08Z</dcterms:modified>
</cp:coreProperties>
</file>