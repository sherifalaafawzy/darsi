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رسائل سرّية: أساسيات التشفير،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رسائل سرّية: أساسيات التشفير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٣،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رسائل سرّية: أساسيات التشفير،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التشفير والمفاتيح وفك التشفير.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تستخدم شفرة قيصر، وتكسرها بتجربة المفاتيح أو بعدّ الحروف.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سبب قوة التشفير الحديث، وأين يحميك.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رسائل سرّية: أساسيات التشفير،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المفتاح هو كل شيء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قيصر: أزِح كل حرف، والإزاحة هي المفتاح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مفاتيح قليلة (٢٥ أو ٢٧): جرّبها كلها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الكندي: عُدّ الحروف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المفاتيح الحديثة: أكثر من أن تُجرَّب، فاحفظها سرًّا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رسائل سرّية: أساسيات التشفير،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تحدّي الشفرة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الصنع (٤ دقائق): اصنع شريط تشفير من أبجديتين.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الإخفاء (٥ دقائق): شفّر رسالة بإزاحة سرّية.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الكسر (٨ دقائق): تبادلا الرسالتين واكسرا رسالة كل منكما.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المقارنة (٣ دقائق): أيّ الطريقتين أسرع، ولماذا؟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الرسائل العربية: استخدم الحروف الثمانية والعشرين بترتيبها (ا ب ت ث …)، واكتب «أ» و«إ» و«آ» ألفًا، و«ؤ» واوًا، و«ئ» و«ى» ياءً، و«ة» هاءً، كما يفعل تطبيق «المختبرات».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رسائل سرّية: أساسيات التشفير،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تجعل الرسائلُ الطويلة كسرَ شفرة قيصر أسهل؟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 كانت الطريقة معروفة للجميع، فما الذي يُبقي الرسالة سرّية؟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يخدع المهاجمون الناس بدلًا من كسر التشفير؟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رسائل سرّية: أساسيات التشفير،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مكان واحد يحميني فيه التشفير + مفتاح واحد سأحتفظ به لنفسي.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رسائل سرّية: أساسيات التشفير</dc:title>
  <dc:subject>PptxGenJS Presentation</dc:subject>
  <dc:creator>Darsi</dc:creator>
  <cp:lastModifiedBy>Darsi</cp:lastModifiedBy>
  <cp:revision>1</cp:revision>
  <dcterms:created xsi:type="dcterms:W3CDTF">2026-10-28T14:43:59Z</dcterms:created>
  <dcterms:modified xsi:type="dcterms:W3CDTF">2026-10-28T14:43:59Z</dcterms:modified>
</cp:coreProperties>
</file>