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Secret messages: encryption basics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messages: encryption basics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Secret messages: encryption basics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encryption, keys and decryption.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Caesar’s cipher, and crack it by trying keys or counting letters.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modern encryption is strong, and where it protects you.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Secret messages: encryption basics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are everything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Caesar: shift every letter; the shift is the key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keys (25 or 27): try them all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Al-Kindi: count the letters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keys: too many to try, so keep them secret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Secret messages: encryption basics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 challenge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(4 min): Build a cipher strip from two alphabets.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(5 min): Encrypt a message with a secret shift.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(8 min): Swap and crack each other’s message.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(3 min): Which method was faster, and why?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messages: use the 28 letters in order (ا ب ت ث …), and write أ إ آ as ا, ؤ as و, ئ and ى as ي, and ة as ه, as the Labs app does.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Secret messages: encryption basics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long messages make Caesar’s cipher easier to crack?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method is public, what keeps a message secret?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attackers trick people instead of breaking encryption?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Secret messages: encryption basics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encryption protects me + one key I’ll keep to myself.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 messages: encryption basics</dc:title>
  <dc:subject>PptxGenJS Presentation</dc:subject>
  <dc:creator>Darsi</dc:creator>
  <cp:lastModifiedBy>Darsi</cp:lastModifiedBy>
  <cp:revision>1</cp:revision>
  <dcterms:created xsi:type="dcterms:W3CDTF">2026-10-28T14:43:59Z</dcterms:created>
  <dcterms:modified xsi:type="dcterms:W3CDTF">2026-10-28T14:43:59Z</dcterms:modified>
</cp:coreProperties>
</file>