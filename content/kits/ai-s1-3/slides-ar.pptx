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كيف يرى الذكاء الاصطناعي، ١</a:t>
            </a:r>
            <a:endParaRPr lang="ar-SA" sz="1100" dirty="0"/>
          </a:p>
        </p:txBody>
      </p:sp>
      <p:sp>
        <p:nvSpPr>
          <p:cNvPr id="5" name="Shape 2"/>
          <p:cNvSpPr/>
          <p:nvPr/>
        </p:nvSpPr>
        <p:spPr>
          <a:xfrm>
            <a:off x="548640" y="1280160"/>
            <a:ext cx="3474720" cy="3474720"/>
          </a:xfrm>
          <a:prstGeom prst="roundRect">
            <a:avLst>
              <a:gd name="adj" fmla="val 10526"/>
            </a:avLst>
          </a:prstGeom>
          <a:solidFill>
            <a:srgbClr val="FFF0C4"/>
          </a:solidFill>
          <a:ln w="12700">
            <a:solidFill>
              <a:srgbClr val="FFF0C4"/>
            </a:solidFill>
            <a:prstDash val="solid"/>
          </a:ln>
        </p:spPr>
      </p:sp>
      <p:pic>
        <p:nvPicPr>
          <p:cNvPr id="6" name="Image 1" descr="H:\htdocs\darsi\apps\web\public\app-icons\app-icon-19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103120"/>
            <a:ext cx="1828800" cy="1828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89120" y="1828800"/>
            <a:ext cx="7223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5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كيف يرى الذكاء الاصطناعي</a:t>
            </a:r>
            <a:endParaRPr lang="ar-SA" sz="5400" dirty="0"/>
          </a:p>
        </p:txBody>
      </p:sp>
      <p:sp>
        <p:nvSpPr>
          <p:cNvPr id="8" name="Text 4"/>
          <p:cNvSpPr/>
          <p:nvPr/>
        </p:nvSpPr>
        <p:spPr>
          <a:xfrm>
            <a:off x="4389120" y="37490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7A5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الذكاء الاصطناعي، المستوى ١، الدرس ٣</a:t>
            </a:r>
            <a:endParaRPr lang="ar-SA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كيف يرى الذكاء الاصطناعي، ٢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سنتعلّم اليوم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نوضّح أن الصورة شبكة من الأرقام تُسمّى البكسلات.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نوضّح كيف يتعلّم الذكاء الاصطناعي البصري الأنماط في هذه الأرقام من صور مصنّفة.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نذكر أسبابًا قد تخدع الذكاء الاصطناعي البصري: الضوء والزاوية والأشياء التي لم يرها.</a:t>
            </a:r>
            <a:endParaRPr lang="ar-SA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كيف يرى الذكاء الاصطناعي، ٣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تذكّر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 صورة شبكة من البكسلات، وكل بكسل رقم (وثلاثة أرقام في الصور الملوّنة).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يتعلّم الذكاء الاصطناعي البصري أن يلتقط الحواف، ثم الأشكال، ثم الأشياء الكاملة، من آلاف الصور المصنّفة.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الضوء والزوايا والأشياء غير المألوفة تغيّر الأرقام وقد تخدعه، فتحقّق حين يكون الأمر مهمًا.</a:t>
            </a:r>
            <a:endParaRPr lang="ar-SA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كيف يرى الذكاء الاصطناعي، ٤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صورة بالأرقام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4160520" y="1691640"/>
            <a:ext cx="7223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ar-SA" altLang="en-US" sz="22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الرسم (٥ دقائق): ظلّل صورة بسيطة على شبكة ١٠ × ١٠.</a:t>
            </a:r>
            <a:endParaRPr lang="ar-SA" sz="2200" dirty="0"/>
          </a:p>
          <a:p>
            <a:pPr rtl="1" algn="r"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ar-SA" altLang="en-US" sz="22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التحويل إلى أرقام (٧ دقائق): اكتبها أرقامًا: ٠ للأبيض و٩ للأسود.</a:t>
            </a:r>
            <a:endParaRPr lang="ar-SA" sz="2200" dirty="0"/>
          </a:p>
          <a:p>
            <a:pPr rtl="1" algn="r"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ar-SA" altLang="en-US" sz="22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التبادل (٦ دقائق): يظلّل شريكك شبكة جديدة من أرقامك وحدها.</a:t>
            </a:r>
            <a:endParaRPr lang="ar-SA" sz="2200" dirty="0"/>
          </a:p>
          <a:p>
            <a:pPr rtl="1" algn="r"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ar-SA" altLang="en-US" sz="22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المقارنة (٤ دقائق): ضعا الصورتين جنبًا إلى جنب.</a:t>
            </a:r>
            <a:endParaRPr lang="ar-SA" sz="2200" dirty="0"/>
          </a:p>
          <a:p>
            <a:pPr rtl="1" algn="r"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ar-SA" altLang="en-US" sz="22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خدعة الضوء (٥ دقائق): غيّرا الأرقام لـ«تخفيت الضوء»، وتحدّثا عمّا سيراه الذكاء الاصطناعي البصري.</a:t>
            </a:r>
            <a:endParaRPr lang="ar-SA" sz="2200" dirty="0"/>
          </a:p>
        </p:txBody>
      </p:sp>
      <p:sp>
        <p:nvSpPr>
          <p:cNvPr id="7" name="Shape 4"/>
          <p:cNvSpPr/>
          <p:nvPr/>
        </p:nvSpPr>
        <p:spPr>
          <a:xfrm>
            <a:off x="640080" y="1783080"/>
            <a:ext cx="3246120" cy="4023360"/>
          </a:xfrm>
          <a:prstGeom prst="roundRect">
            <a:avLst>
              <a:gd name="adj" fmla="val 5634"/>
            </a:avLst>
          </a:prstGeom>
          <a:solidFill>
            <a:srgbClr val="FFE2D2"/>
          </a:solidFill>
          <a:ln w="25400">
            <a:solidFill>
              <a:srgbClr val="FF6A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1874520"/>
            <a:ext cx="29718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يحتاج كل واحد إلى شبكتين أو ثلاث بحجم ١٠ × ١٠ وقلم رصاص. أبقِ الأرقام بين ٠ و٩: وعند «تخفيت الضوء» توقّف عند ٩.</a:t>
            </a:r>
            <a:endParaRPr lang="ar-SA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كيف يرى الذكاء الاصطناعي، ٥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لنتناقش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ماذا يحتاج تطبيق بصري أن يتعلّم قبل أن يتعرّف على فاكهة من منطقتك؟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متى أخطأت كاميرا هاتفك أو فتح الهاتف بالوجه؟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لماذا ينبغي أن يتحقّق إنسان من إجابة الذكاء الاصطناعي البصري حين يكون الأمر مهمًا حقًا؟</a:t>
            </a:r>
            <a:endParaRPr lang="ar-SA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كيف يرى الذكاء الاصطناعي، ٦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بطاقة الخروج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اكتب صورة ٣ × ٣ أرقامًا، واذكر سببًا واحدًا قد يخدع الذكاء الاصطناعي البصري.</a:t>
            </a:r>
            <a:endParaRPr lang="ar-SA" sz="2600" dirty="0"/>
          </a:p>
        </p:txBody>
      </p:sp>
      <p:sp>
        <p:nvSpPr>
          <p:cNvPr id="7" name="Shape 4"/>
          <p:cNvSpPr/>
          <p:nvPr/>
        </p:nvSpPr>
        <p:spPr>
          <a:xfrm>
            <a:off x="822960" y="4572000"/>
            <a:ext cx="10515600" cy="36576"/>
          </a:xfrm>
          <a:prstGeom prst="rect">
            <a:avLst/>
          </a:prstGeom>
          <a:solidFill>
            <a:srgbClr val="EAD9C4"/>
          </a:solidFill>
          <a:ln w="12700">
            <a:solidFill>
              <a:srgbClr val="EAD9C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Darsi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كيف يرى الذكاء الاصطناعي</dc:title>
  <dc:subject>PptxGenJS Presentation</dc:subject>
  <dc:creator>Darsi</dc:creator>
  <cp:lastModifiedBy>Darsi</cp:lastModifiedBy>
  <cp:revision>1</cp:revision>
  <dcterms:created xsi:type="dcterms:W3CDTF">2026-10-28T14:43:28Z</dcterms:created>
  <dcterms:modified xsi:type="dcterms:W3CDTF">2026-10-28T14:43:28Z</dcterms:modified>
</cp:coreProperties>
</file>