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sees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sees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sees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that a picture is a grid of numbers called pixels.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vision AI learns patterns in those numbers from labelled photos.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reasons vision AI can be fooled: light, angle and things it never saw.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sees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picture is a grid of pixels, and every pixel is a number (three for colour).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 learns to pick out edges, then shapes, then whole things, from thousands of labelled photos.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angles and unfamiliar things change the numbers and can fool it, so check when it matters.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sees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in numbers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(5 min): Shade a simple picture on a 10 × 10 grid.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(7 min): Write it as numbers: 0 for white, 9 for black.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(6 min): A partner shades a new grid from your numbers only.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(4 min): Put the two pictures side by side.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Fool it (5 min): Change the numbers to “dim the light” and talk about what a vision AI would see.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needs two or three 10 × 10 grids and a pencil. Keep numbers between 0 and 9: when “dimming the light”, stop at 9.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sees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a vision app need to learn before it could recognise a fruit from your region?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has your phone’s camera or face unlock got something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a person check a vision AI’s answer when it really matters?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sees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3 × 3 picture as numbers, and give one reason vision AI can be fooled.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sees</dc:title>
  <dc:subject>PptxGenJS Presentation</dc:subject>
  <dc:creator>Darsi</dc:creator>
  <cp:lastModifiedBy>Darsi</cp:lastModifiedBy>
  <cp:revision>1</cp:revision>
  <dcterms:created xsi:type="dcterms:W3CDTF">2026-10-28T14:43:27Z</dcterms:created>
  <dcterms:modified xsi:type="dcterms:W3CDTF">2026-10-28T14:43:27Z</dcterms:modified>
</cp:coreProperties>
</file>