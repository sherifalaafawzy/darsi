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في الصف: سجّل، ارسم، قرّر،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في الصف: سجّل، ارسم، قرّر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١،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في الصف: سجّل، ارسم، قرّر،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نسجّل قراءات المطر لأسبوع في جدول مع الوحدات.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نرسم رسمًا بيانيًّا بالأعمدة بخطوات متساوية ومحاور معنونة.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نلاحظ نمطًا ونستخدم قاعدة الصف لاتخاذ قرار.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في الصف: سجّل، ارسم، قرّر،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سجّل، ارسم، لاحظ، قرّر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سجّلها في جدول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رسمًا بيانيًّا بالأعمدة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لاحظ النمط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قرّر ونفّذ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في الصف: سجّل، ارسم، قرّر،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البياني للمطر في صفّنا: الرسم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اسأل: «متى يجب أن نسقي حديقة المدرسة؟» واجمع الإجابات: كل يوم؟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التسجيل (٧ دقائق): ينسخ الطلاب الجدول — اليوم، الوقت، المطر (مم) — ويملؤونه من سجل مقياس الصف أو من البيانات النموذجية.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الرسم (١٣ دقيقة): ارسموا المحورين معًا: الأيام على المحور الأفقي في الأسفل، و«المطر (مم)» على المحور الجانبي بخطوات متساوية قدرها ٢.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(١٠ دقائق): اطلب من كل زوج من الطلاب أن يسمّي نمطًا واحدًا.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اشرح أن الأجهزة المتصلة تستطيع تنفيذ هذه الخطوات آليًّا بالمستشعرات والقواعد.</a:t>
            </a:r>
            <a:endParaRPr lang="ar-SA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على السبورة الجدول فارغًا ومحورَي الرسم البياني. بيانات نموذجية إن لم يكن لديكم مقياس بعد (قراءات ٨ صباحًا، مفترضة للتدريب): الاثنين ١٤ مم، الثلاثاء ٩، الأربعاء ٠، الخميس ٠، الجمعة ٠، السبت ٠، الأحد ٢.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في الصف: سجّل، ارسم، قرّر،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نترك الخانة فارغة؟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يخبرنا الرسم البياني؟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تقول قاعدتنا: اسقوا اليوم، أم انتظروا؟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في الصف: سجّل، ارسم، قرّر،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خطوات البيانات الأربع بالترتيب، وقرارنا اليوم.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البيانات في الصف: سجّل، ارسم، قرّر</dc:title>
  <dc:subject>PptxGenJS Presentation</dc:subject>
  <dc:creator>Darsi</dc:creator>
  <cp:lastModifiedBy>Darsi</cp:lastModifiedBy>
  <cp:revision>1</cp:revision>
  <dcterms:created xsi:type="dcterms:W3CDTF">2026-10-27T22:35:13Z</dcterms:created>
  <dcterms:modified xsi:type="dcterms:W3CDTF">2026-10-27T22:35:13Z</dcterms:modified>
</cp:coreProperties>
</file>