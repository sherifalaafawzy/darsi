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 class: record, chart, decide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week of rain readings in a table with units.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bar chart with equal steps and labelled axes.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pattern and use a class rule to make a decision.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Record, chart, spot, decide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it in a table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bar chart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pattern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and act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class rainfall chart: Chart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Ask: “When should we water the school garden?” Collect answers — every day?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(7 min): Pupils copy the table — Day, Time, Rain (mm) — and fill it from the class gauge log or the sample data.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(13 min): Draw the axes together: days along the bottom, “Rain (mm)” up the side in equal steps of 2.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(10 min): Ask pairs to name one pattern.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Explain that connected devices can do these steps automatically with sensors and rules.</a:t>
            </a:r>
            <a:endParaRPr lang="en-GB" sz="18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empty table and chart axes on the board. Sample data if you have no gauge yet (8 am readings, made up for practice): Mon 14 mm, Tue 9, Wed 0, Thu 0, Fri 0, Sat 0, Sun 2.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leave it blank?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chart tell us?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our rule say water today, or wait?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in class: record, chart, decide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data steps in order, and our decision today.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 class: record, chart, decide</dc:title>
  <dc:subject>PptxGenJS Presentation</dc:subject>
  <dc:creator>Darsi</dc:creator>
  <cp:lastModifiedBy>Darsi</cp:lastModifiedBy>
  <cp:revision>1</cp:revision>
  <dcterms:created xsi:type="dcterms:W3CDTF">2026-10-27T22:35:13Z</dcterms:created>
  <dcterms:modified xsi:type="dcterms:W3CDTF">2026-10-27T22:35:13Z</dcterms:modified>
</cp:coreProperties>
</file>