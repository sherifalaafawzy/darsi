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Generate, then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Generate, then check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2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Generate, then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mistakes in a worksheet by checking the textbook.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evidence for every mistake we find.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examples that don’t fit our lives, and improve them.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Generate, then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write fast, but it can be wrong: everything it makes is a draft.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facts, level, bias and local fit before trusting it.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is responsible for what reaches the class.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Generate, then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mistakes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Read one AI sentence that sounds right but is wrong.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(7 min): The four checks: facts, level, bias, local fit.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mistakes (15 min): Pairs check the worksheet against the textbook.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(8 min): Pairs share each error and the page that proves it.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Fix one example together, then the exit ticket.</a:t>
            </a:r>
            <a:endParaRPr lang="en-GB" sz="21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class, make a one-page worksheet with AI, check it, then plant three to five mistakes: a wrong fact, a word too hard for the class, a stereotype, a foreign example. Keep your answer key. Make one copy per pair, or copy the worksheet onto the board.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Generate, then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mistake was hardest to find,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evidence better than speed?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check what a machine writes before pupils use it?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Generate, then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mistake you found and the page that proves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Generate, then check</dc:title>
  <dc:subject>PptxGenJS Presentation</dc:subject>
  <dc:creator>Darsi</dc:creator>
  <cp:lastModifiedBy>Darsi</cp:lastModifiedBy>
  <cp:revision>1</cp:revision>
  <dcterms:created xsi:type="dcterms:W3CDTF">2026-10-28T09:48:58Z</dcterms:created>
  <dcterms:modified xsi:type="dcterms:W3CDTF">2026-10-28T09:48:58Z</dcterms:modified>
</cp:coreProperties>
</file>