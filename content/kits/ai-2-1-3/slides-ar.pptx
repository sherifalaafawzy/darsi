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أنشئ ثم تحقّق،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ثم تحقّق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أنشئ ثم تحقّق،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نكتشف الأخطاء في ورقة عمل بالرجوع إلى الكتاب المدرسي.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نقدّم دليلًا على كل خطأ نجده.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نلاحظ الأمثلة التي لا تناسب حياتنا، ونحسّنها.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أنشئ ثم تحقّق،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يكتب الذكاء الاصطناعي بسرعة، لكنه قد يخطئ: كل ما يُنتجه مسودة.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المعلومات والمستوى والتحيّز والملاءمة قبل أن تثق به.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الإنسان هو المسؤول عمّا يصل إلى الصف.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أنشئ ثم تحقّق،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الأخطاء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اقرأ جملة كتبها الذكاء الاصطناعي تبدو صحيحة لكنها خاطئة.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(٧ دقائق): المراجعات الأربع: المعلومات، والمستوى، والتحيّز، والملاءمة المحلية.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الأخطاء (١٥ دقيقة): يراجع كل طالبَين ورقة العمل على الكتاب المدرسي.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الأدلة (٨ دقائق): يعرض كل ثنائي الأخطاء والصفحة التي تثبت كلًّا منها.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أصلحوا مثالًا واحدًا معًا، ثم بطاقة الخروج.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الحصة، أعدّ ورقة عمل من صفحة واحدة بالذكاء الاصطناعي، وراجعها، ثم ازرع فيها من ثلاثة إلى خمسة أخطاء: معلومة خاطئة، وكلمة صعبة على الصف، وصورة نمطية، ومثالًا غريبًا عن بيئة الطلاب. احتفظ بمفتاح الإجابات. واصنع نسخة لكل طالبَين، أو انسخ الورقة على السبّورة.</a:t>
            </a:r>
            <a:endParaRPr lang="ar-SA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أنشئ ثم تحقّق،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خطأ كان الأصعب اكتشافًا،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الدليل أهم من السرعة؟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يجب أن يراجع ما تكتبه الآلة قبل أن يستخدمه الطلاب؟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أنشئ ثم تحقّق،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خطأً وجدته، والصفحة التي تثبته.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أنشئ ثم تحقّق</dc:title>
  <dc:subject>PptxGenJS Presentation</dc:subject>
  <dc:creator>Darsi</dc:creator>
  <cp:lastModifiedBy>Darsi</cp:lastModifiedBy>
  <cp:revision>1</cp:revision>
  <dcterms:created xsi:type="dcterms:W3CDTF">2026-10-28T09:48:58Z</dcterms:created>
  <dcterms:modified xsi:type="dcterms:W3CDTF">2026-10-28T09:48:58Z</dcterms:modified>
</cp:coreProperties>
</file>