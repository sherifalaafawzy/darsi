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المستشعرات في هاتفك، ١</a:t>
            </a:r>
            <a:endParaRPr lang="ar-SA" sz="1100" dirty="0"/>
          </a:p>
        </p:txBody>
      </p:sp>
      <p:sp>
        <p:nvSpPr>
          <p:cNvPr id="5" name="Shape 2"/>
          <p:cNvSpPr/>
          <p:nvPr/>
        </p:nvSpPr>
        <p:spPr>
          <a:xfrm>
            <a:off x="548640" y="1280160"/>
            <a:ext cx="3474720" cy="3474720"/>
          </a:xfrm>
          <a:prstGeom prst="roundRect">
            <a:avLst>
              <a:gd name="adj" fmla="val 10526"/>
            </a:avLst>
          </a:prstGeom>
          <a:solidFill>
            <a:srgbClr val="CCF2EC"/>
          </a:solidFill>
          <a:ln w="12700">
            <a:solidFill>
              <a:srgbClr val="CCF2EC"/>
            </a:solidFill>
            <a:prstDash val="solid"/>
          </a:ln>
        </p:spPr>
      </p:sp>
      <p:pic>
        <p:nvPicPr>
          <p:cNvPr id="6" name="Image 1" descr="H:\htdocs\darsi\apps\web\public\app-icons\app-icon-192.png">    </p:cNvPr>
          <p:cNvPicPr>
            <a:picLocks noChangeAspect="1"/>
          </p:cNvPicPr>
          <p:nvPr/>
        </p:nvPicPr>
        <p:blipFill>
          <a:blip r:embed="rId2"/>
          <a:stretch>
            <a:fillRect/>
          </a:stretch>
        </p:blipFill>
        <p:spPr>
          <a:xfrm>
            <a:off x="1371600" y="2103120"/>
            <a:ext cx="1828800" cy="1828800"/>
          </a:xfrm>
          <a:prstGeom prst="rect">
            <a:avLst/>
          </a:prstGeom>
        </p:spPr>
      </p:pic>
      <p:sp>
        <p:nvSpPr>
          <p:cNvPr id="7" name="Text 3"/>
          <p:cNvSpPr/>
          <p:nvPr/>
        </p:nvSpPr>
        <p:spPr>
          <a:xfrm>
            <a:off x="4389120" y="1828800"/>
            <a:ext cx="7223760" cy="1828800"/>
          </a:xfrm>
          <a:prstGeom prst="rect">
            <a:avLst/>
          </a:prstGeom>
          <a:noFill/>
          <a:ln/>
        </p:spPr>
        <p:txBody>
          <a:bodyPr wrap="square" rtlCol="0" anchor="ctr"/>
          <a:lstStyle/>
          <a:p>
            <a:pPr rtl="1" algn="r" indent="0" marL="0">
              <a:buNone/>
            </a:pPr>
            <a:r>
              <a:rPr lang="ar-SA" altLang="en-US" sz="5400" b="1" dirty="0">
                <a:solidFill>
                  <a:srgbClr val="1E1A33"/>
                </a:solidFill>
                <a:latin typeface="Arial" pitchFamily="34" charset="0"/>
                <a:ea typeface="Arial" pitchFamily="34" charset="-122"/>
                <a:cs typeface="Arial" pitchFamily="34" charset="-120"/>
              </a:rPr>
              <a:t>المستشعرات في هاتفك</a:t>
            </a:r>
            <a:endParaRPr lang="ar-SA" sz="5400" dirty="0"/>
          </a:p>
        </p:txBody>
      </p:sp>
      <p:sp>
        <p:nvSpPr>
          <p:cNvPr id="8" name="Text 4"/>
          <p:cNvSpPr/>
          <p:nvPr/>
        </p:nvSpPr>
        <p:spPr>
          <a:xfrm>
            <a:off x="4389120" y="3749040"/>
            <a:ext cx="7223760" cy="548640"/>
          </a:xfrm>
          <a:prstGeom prst="rect">
            <a:avLst/>
          </a:prstGeom>
          <a:noFill/>
          <a:ln/>
        </p:spPr>
        <p:txBody>
          <a:bodyPr wrap="square" rtlCol="0" anchor="ctr"/>
          <a:lstStyle/>
          <a:p>
            <a:pPr rtl="1" algn="r" indent="0" marL="0">
              <a:buNone/>
            </a:pPr>
            <a:r>
              <a:rPr lang="ar-SA" altLang="en-US" sz="2200" b="1" dirty="0">
                <a:solidFill>
                  <a:srgbClr val="065F56"/>
                </a:solidFill>
                <a:latin typeface="Arial" pitchFamily="34" charset="0"/>
                <a:ea typeface="Arial" pitchFamily="34" charset="-122"/>
                <a:cs typeface="Arial" pitchFamily="34" charset="-120"/>
              </a:rPr>
              <a:t>إنترنت الأشياء، المستوى ١، الدرس ٢</a:t>
            </a:r>
            <a:endParaRPr lang="ar-SA"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المستشعرات في هاتفك، ٢</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في هذا الدرس</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تسمّي أربعة مستشعرات على الأقل في الهاتف، ووظيفة كلٍّ منها.</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تشرح أن الكاميرا ملايين من مستشعرات الضوء تصنع شبكة من الأرقام.</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تقيس شيئًا بتطبيق لمستشعرات الهاتف.</a:t>
            </a:r>
            <a:endParaRPr lang="ar-SA"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المستشعرات في هاتفك، ٣</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مستشعرات هاتفك</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الحركة: تدير الشاشة وتعدّ الخطوات</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القرب والضوء: أعلى الشاشة</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البوصلة وGPS: الاتجاه والمكان</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الكاميرا: ملايين مستشعرات الضوء</a:t>
            </a:r>
            <a:endParaRPr lang="ar-SA"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المستشعرات في هاتفك، ٤</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قِس بهاتفك</a:t>
            </a:r>
            <a:endParaRPr lang="ar-SA" sz="3800" dirty="0"/>
          </a:p>
        </p:txBody>
      </p:sp>
      <p:sp>
        <p:nvSpPr>
          <p:cNvPr id="6" name="Text 3"/>
          <p:cNvSpPr/>
          <p:nvPr/>
        </p:nvSpPr>
        <p:spPr>
          <a:xfrm>
            <a:off x="4160520" y="1691640"/>
            <a:ext cx="7223760" cy="4206240"/>
          </a:xfrm>
          <a:prstGeom prst="rect">
            <a:avLst/>
          </a:prstGeom>
          <a:noFill/>
          <a:ln/>
        </p:spPr>
        <p:txBody>
          <a:bodyPr wrap="square" rtlCol="0" anchor="t"/>
          <a:lstStyle/>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استأذن أحد والديك، وافتح phyphox أو تطبيق بوصلة</a:t>
            </a:r>
            <a:endParaRPr lang="ar-SA" sz="2600" dirty="0"/>
          </a:p>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اختر شيئًا واحدًا: الضوء أو الصوت أو الاتجاه</a:t>
            </a:r>
            <a:endParaRPr lang="ar-SA" sz="2600" dirty="0"/>
          </a:p>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قِسه في مكانين، ثلاث مرات في كل مكان</a:t>
            </a:r>
            <a:endParaRPr lang="ar-SA" sz="2600" dirty="0"/>
          </a:p>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اكتب الرقم والوحدة والمكان في كل مرة</a:t>
            </a:r>
            <a:endParaRPr lang="ar-SA" sz="2600" dirty="0"/>
          </a:p>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قارن بين المكانين، واشرح سبب الاختلاف</a:t>
            </a:r>
            <a:endParaRPr lang="ar-SA" sz="2600" dirty="0"/>
          </a:p>
        </p:txBody>
      </p:sp>
      <p:sp>
        <p:nvSpPr>
          <p:cNvPr id="7" name="Shape 4"/>
          <p:cNvSpPr/>
          <p:nvPr/>
        </p:nvSpPr>
        <p:spPr>
          <a:xfrm>
            <a:off x="640080" y="1783080"/>
            <a:ext cx="3246120" cy="4023360"/>
          </a:xfrm>
          <a:prstGeom prst="roundRect">
            <a:avLst>
              <a:gd name="adj" fmla="val 5634"/>
            </a:avLst>
          </a:prstGeom>
          <a:solidFill>
            <a:srgbClr val="FFE2D2"/>
          </a:solidFill>
          <a:ln w="25400">
            <a:solidFill>
              <a:srgbClr val="FF6A2B"/>
            </a:solidFill>
            <a:prstDash val="solid"/>
          </a:ln>
        </p:spPr>
      </p:sp>
      <p:sp>
        <p:nvSpPr>
          <p:cNvPr id="8" name="Text 5"/>
          <p:cNvSpPr/>
          <p:nvPr/>
        </p:nvSpPr>
        <p:spPr>
          <a:xfrm>
            <a:off x="777240" y="1874520"/>
            <a:ext cx="2971800" cy="3840480"/>
          </a:xfrm>
          <a:prstGeom prst="rect">
            <a:avLst/>
          </a:prstGeom>
          <a:noFill/>
          <a:ln/>
        </p:spPr>
        <p:txBody>
          <a:bodyPr wrap="square" rtlCol="0" anchor="ctr"/>
          <a:lstStyle/>
          <a:p>
            <a:pPr rtl="1" algn="ctr" indent="0" marL="0">
              <a:buNone/>
            </a:pPr>
            <a:r>
              <a:rPr lang="ar-SA" altLang="en-US" sz="1300" b="1" dirty="0">
                <a:solidFill>
                  <a:srgbClr val="1E1A33"/>
                </a:solidFill>
                <a:latin typeface="Arial" pitchFamily="34" charset="0"/>
                <a:ea typeface="Arial" pitchFamily="34" charset="-122"/>
                <a:cs typeface="Arial" pitchFamily="34" charset="-120"/>
              </a:rPr>
              <a:t>استأذن قبل أن تثبّت أيّ تطبيق، ولا تستعمل إلا متجر التطبيقات الرسمي. وقراءات الضوء تعمل على أغلب هواتف أندرويد، لا على هواتف آيفون. وليس لديك هاتف؟ الصورة المرسومة بالأرقام على ورق المربعات تعلّمك فكرة الكاميرا بالقدر نفسه.</a:t>
            </a:r>
            <a:endParaRPr lang="ar-SA"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المستشعرات في هاتفك، ٥</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لنتناقش</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أيّ مستشعر ستفتقده أكثر لو فقده هاتفك؟</a:t>
            </a:r>
            <a:endParaRPr lang="ar-SA" sz="2600" dirty="0"/>
          </a:p>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لماذا قد يعطي هاتفان رقمين مختلفين في المكان نفسه؟</a:t>
            </a:r>
            <a:endParaRPr lang="ar-SA" sz="2600" dirty="0"/>
          </a:p>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ماذا قد تخبر مستشعرات هاتفك تطبيقًا عن يومك؟</a:t>
            </a:r>
            <a:endParaRPr lang="ar-SA"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المستشعرات في هاتفك، ٦</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تحقّق من نفسك</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سمِّ أربعة مستشعرات في الهاتف، ووظيفة واحدة لكلٍّ منها.</a:t>
            </a:r>
            <a:endParaRPr lang="ar-SA" sz="2600" dirty="0"/>
          </a:p>
        </p:txBody>
      </p:sp>
      <p:sp>
        <p:nvSpPr>
          <p:cNvPr id="7" name="Shape 4"/>
          <p:cNvSpPr/>
          <p:nvPr/>
        </p:nvSpPr>
        <p:spPr>
          <a:xfrm>
            <a:off x="822960" y="4572000"/>
            <a:ext cx="10515600" cy="36576"/>
          </a:xfrm>
          <a:prstGeom prst="rect">
            <a:avLst/>
          </a:prstGeom>
          <a:solidFill>
            <a:srgbClr val="EAD9C4"/>
          </a:solidFill>
          <a:ln w="12700">
            <a:solidFill>
              <a:srgbClr val="EAD9C4"/>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Darsi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المستشعرات في هاتفك</dc:title>
  <dc:subject>PptxGenJS Presentation</dc:subject>
  <dc:creator>Darsi</dc:creator>
  <cp:lastModifiedBy>Darsi</cp:lastModifiedBy>
  <cp:revision>1</cp:revision>
  <dcterms:created xsi:type="dcterms:W3CDTF">2026-10-28T14:44:07Z</dcterms:created>
  <dcterms:modified xsi:type="dcterms:W3CDTF">2026-10-28T14:44:07Z</dcterms:modified>
</cp:coreProperties>
</file>