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1</a:t>
            </a:r>
            <a:endParaRPr lang="en-GB" sz="1100" dirty="0"/>
          </a:p>
        </p:txBody>
      </p:sp>
      <p:sp>
        <p:nvSpPr>
          <p:cNvPr id="5" name="Shape 2"/>
          <p:cNvSpPr/>
          <p:nvPr/>
        </p:nvSpPr>
        <p:spPr>
          <a:xfrm>
            <a:off x="813816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8961120" y="2103120"/>
            <a:ext cx="1828800" cy="1828800"/>
          </a:xfrm>
          <a:prstGeom prst="rect">
            <a:avLst/>
          </a:prstGeom>
        </p:spPr>
      </p:pic>
      <p:sp>
        <p:nvSpPr>
          <p:cNvPr id="7" name="Text 3"/>
          <p:cNvSpPr/>
          <p:nvPr/>
        </p:nvSpPr>
        <p:spPr>
          <a:xfrm>
            <a:off x="640080" y="1828800"/>
            <a:ext cx="7223760" cy="1828800"/>
          </a:xfrm>
          <a:prstGeom prst="rect">
            <a:avLst/>
          </a:prstGeom>
          <a:noFill/>
          <a:ln/>
        </p:spPr>
        <p:txBody>
          <a:bodyPr wrap="square" rtlCol="0" anchor="ctr"/>
          <a:lstStyle/>
          <a:p>
            <a:pPr algn="l" indent="0" marL="0">
              <a:buNone/>
            </a:pPr>
            <a:r>
              <a:rPr lang="en-GB" altLang="en-US" sz="5400" b="1" dirty="0">
                <a:solidFill>
                  <a:srgbClr val="1E1A33"/>
                </a:solidFill>
                <a:latin typeface="Arial" pitchFamily="34" charset="0"/>
                <a:ea typeface="Arial" pitchFamily="34" charset="-122"/>
                <a:cs typeface="Arial" pitchFamily="34" charset="-120"/>
              </a:rPr>
              <a:t>The sensors in your phone</a:t>
            </a:r>
            <a:endParaRPr lang="en-GB" sz="5400" dirty="0"/>
          </a:p>
        </p:txBody>
      </p:sp>
      <p:sp>
        <p:nvSpPr>
          <p:cNvPr id="8" name="Text 4"/>
          <p:cNvSpPr/>
          <p:nvPr/>
        </p:nvSpPr>
        <p:spPr>
          <a:xfrm>
            <a:off x="640080" y="3749040"/>
            <a:ext cx="7223760" cy="548640"/>
          </a:xfrm>
          <a:prstGeom prst="rect">
            <a:avLst/>
          </a:prstGeom>
          <a:noFill/>
          <a:ln/>
        </p:spPr>
        <p:txBody>
          <a:bodyPr wrap="square" rtlCol="0" anchor="ctr"/>
          <a:lstStyle/>
          <a:p>
            <a:pPr algn="l" indent="0" marL="0">
              <a:buNone/>
            </a:pPr>
            <a:r>
              <a:rPr lang="en-GB" altLang="en-US" sz="2200" b="1" dirty="0">
                <a:solidFill>
                  <a:srgbClr val="065F56"/>
                </a:solidFill>
                <a:latin typeface="Arial" pitchFamily="34" charset="0"/>
                <a:ea typeface="Arial" pitchFamily="34" charset="-122"/>
                <a:cs typeface="Arial" pitchFamily="34" charset="-120"/>
              </a:rPr>
              <a:t>IoT · Level 1 · Lesson 2</a:t>
            </a:r>
            <a:endParaRPr lang="en-GB"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2</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Today you will</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Name at least four sensors in a phone and what each is for.</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Explain that a camera is millions of light sensors that make a grid of numbers.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Measure something with a phone sensor app.</a:t>
            </a:r>
            <a:endParaRPr lang="en-GB"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3</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Your phone's sensors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Motion: turns the screen, counts steps</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Proximity and light: at the top of the screen</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Compass and GPS: direction and place</a:t>
            </a:r>
            <a:endParaRPr lang="en-GB" sz="2600" dirty="0"/>
          </a:p>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Camera: millions of light sensors</a:t>
            </a:r>
            <a:endParaRPr lang="en-GB"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4</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Measure with your phone</a:t>
            </a:r>
            <a:endParaRPr lang="en-GB" sz="3800" dirty="0"/>
          </a:p>
        </p:txBody>
      </p:sp>
      <p:sp>
        <p:nvSpPr>
          <p:cNvPr id="6" name="Text 3"/>
          <p:cNvSpPr/>
          <p:nvPr/>
        </p:nvSpPr>
        <p:spPr>
          <a:xfrm>
            <a:off x="822960" y="1691640"/>
            <a:ext cx="722376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Get a parent's OK; open phyphox or a compass app</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Choose one thing: light, sound or direction</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Measure it in two places, three times each</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Write the number, unit and place every time</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Compare the places and explain the difference</a:t>
            </a:r>
            <a:endParaRPr lang="en-GB" sz="2600" dirty="0"/>
          </a:p>
        </p:txBody>
      </p:sp>
      <p:sp>
        <p:nvSpPr>
          <p:cNvPr id="7" name="Shape 4"/>
          <p:cNvSpPr/>
          <p:nvPr/>
        </p:nvSpPr>
        <p:spPr>
          <a:xfrm>
            <a:off x="832104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8458200" y="1874520"/>
            <a:ext cx="2971800" cy="3840480"/>
          </a:xfrm>
          <a:prstGeom prst="rect">
            <a:avLst/>
          </a:prstGeom>
          <a:noFill/>
          <a:ln/>
        </p:spPr>
        <p:txBody>
          <a:bodyPr wrap="square" rtlCol="0" anchor="ctr"/>
          <a:lstStyle/>
          <a:p>
            <a:pPr algn="ctr" indent="0" marL="0">
              <a:buNone/>
            </a:pPr>
            <a:r>
              <a:rPr lang="en-GB" altLang="en-US" sz="1300" b="1" dirty="0">
                <a:solidFill>
                  <a:srgbClr val="1E1A33"/>
                </a:solidFill>
                <a:latin typeface="Arial" pitchFamily="34" charset="0"/>
                <a:ea typeface="Arial" pitchFamily="34" charset="-122"/>
                <a:cs typeface="Arial" pitchFamily="34" charset="-120"/>
              </a:rPr>
              <a:t>Ask before installing anything, and use only the official app store. Light readings work on most Android phones, not on iPhones. No phone? The number picture on squared paper teaches the camera's idea just as well.</a:t>
            </a:r>
            <a:endParaRPr lang="en-GB"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5</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Let’s discuss</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Which sensor would you miss most if your phone lost it?</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Why might two phones give different numbers in the same place?</a:t>
            </a:r>
            <a:endParaRPr lang="en-GB" sz="2600" dirty="0"/>
          </a:p>
          <a:p>
            <a:pPr algn="l" marL="342900" indent="-342900">
              <a:spcAft>
                <a:spcPts val="1300"/>
              </a:spcAft>
              <a:buSzPct val="100000"/>
              <a:buFont typeface="+mj-lt"/>
              <a:buAutoNum type="arabicPeriod" startAt="1"/>
            </a:pPr>
            <a:r>
              <a:rPr lang="en-GB" altLang="en-US" sz="2600" dirty="0">
                <a:solidFill>
                  <a:srgbClr val="1E1A33"/>
                </a:solidFill>
                <a:latin typeface="Arial" pitchFamily="34" charset="0"/>
                <a:ea typeface="Arial" pitchFamily="34" charset="-122"/>
                <a:cs typeface="Arial" pitchFamily="34" charset="-120"/>
              </a:rPr>
              <a:t>What could the sensors in your phone tell an app about your day?</a:t>
            </a:r>
            <a:endParaRPr lang="en-GB"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11320272" y="6172200"/>
            <a:ext cx="457200" cy="457200"/>
          </a:xfrm>
          <a:prstGeom prst="rect">
            <a:avLst/>
          </a:prstGeom>
        </p:spPr>
      </p:pic>
      <p:sp>
        <p:nvSpPr>
          <p:cNvPr id="4" name="Text 1"/>
          <p:cNvSpPr/>
          <p:nvPr/>
        </p:nvSpPr>
        <p:spPr>
          <a:xfrm>
            <a:off x="457200" y="6236208"/>
            <a:ext cx="10698480" cy="365760"/>
          </a:xfrm>
          <a:prstGeom prst="rect">
            <a:avLst/>
          </a:prstGeom>
          <a:noFill/>
          <a:ln/>
        </p:spPr>
        <p:txBody>
          <a:bodyPr wrap="square" rtlCol="0" anchor="ctr"/>
          <a:lstStyle/>
          <a:p>
            <a:pPr algn="l" indent="0" marL="0">
              <a:buNone/>
            </a:pPr>
            <a:r>
              <a:rPr lang="en-GB" altLang="en-US" sz="1100" dirty="0">
                <a:solidFill>
                  <a:srgbClr val="5C5470"/>
                </a:solidFill>
                <a:latin typeface="Arial" pitchFamily="34" charset="0"/>
                <a:ea typeface="Arial" pitchFamily="34" charset="-122"/>
                <a:cs typeface="Arial" pitchFamily="34" charset="-120"/>
              </a:rPr>
              <a:t>Darsi · free to copy for your school · The sensors in your phone · 6</a:t>
            </a:r>
            <a:endParaRPr lang="en-GB" sz="1100" dirty="0"/>
          </a:p>
        </p:txBody>
      </p:sp>
      <p:sp>
        <p:nvSpPr>
          <p:cNvPr id="5" name="Text 2"/>
          <p:cNvSpPr/>
          <p:nvPr/>
        </p:nvSpPr>
        <p:spPr>
          <a:xfrm>
            <a:off x="640080" y="594360"/>
            <a:ext cx="10881360" cy="914400"/>
          </a:xfrm>
          <a:prstGeom prst="rect">
            <a:avLst/>
          </a:prstGeom>
          <a:noFill/>
          <a:ln/>
        </p:spPr>
        <p:txBody>
          <a:bodyPr wrap="square" rtlCol="0" anchor="ctr"/>
          <a:lstStyle/>
          <a:p>
            <a:pPr algn="l" indent="0" marL="0">
              <a:buNone/>
            </a:pPr>
            <a:r>
              <a:rPr lang="en-GB" altLang="en-US" sz="3800" b="1" dirty="0">
                <a:solidFill>
                  <a:srgbClr val="1E1A33"/>
                </a:solidFill>
                <a:latin typeface="Arial" pitchFamily="34" charset="0"/>
                <a:ea typeface="Arial" pitchFamily="34" charset="-122"/>
                <a:cs typeface="Arial" pitchFamily="34" charset="-120"/>
              </a:rPr>
              <a:t>Check yourself</a:t>
            </a:r>
            <a:endParaRPr lang="en-GB" sz="3800" dirty="0"/>
          </a:p>
        </p:txBody>
      </p:sp>
      <p:sp>
        <p:nvSpPr>
          <p:cNvPr id="6" name="Text 3"/>
          <p:cNvSpPr/>
          <p:nvPr/>
        </p:nvSpPr>
        <p:spPr>
          <a:xfrm>
            <a:off x="822960" y="1691640"/>
            <a:ext cx="10515600" cy="4206240"/>
          </a:xfrm>
          <a:prstGeom prst="rect">
            <a:avLst/>
          </a:prstGeom>
          <a:noFill/>
          <a:ln/>
        </p:spPr>
        <p:txBody>
          <a:bodyPr wrap="square" rtlCol="0" anchor="t"/>
          <a:lstStyle/>
          <a:p>
            <a:pPr algn="l" marL="342900" indent="-342900">
              <a:spcAft>
                <a:spcPts val="1300"/>
              </a:spcAft>
              <a:buSzPct val="100000"/>
              <a:buChar char="●"/>
            </a:pPr>
            <a:r>
              <a:rPr lang="en-GB" altLang="en-US" sz="2600" dirty="0">
                <a:solidFill>
                  <a:srgbClr val="1E1A33"/>
                </a:solidFill>
                <a:latin typeface="Arial" pitchFamily="34" charset="0"/>
                <a:ea typeface="Arial" pitchFamily="34" charset="-122"/>
                <a:cs typeface="Arial" pitchFamily="34" charset="-120"/>
              </a:rPr>
              <a:t>Name four phone sensors and one job for each.</a:t>
            </a:r>
            <a:endParaRPr lang="en-GB"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sensors in your phone</dc:title>
  <dc:subject>PptxGenJS Presentation</dc:subject>
  <dc:creator>Darsi</dc:creator>
  <cp:lastModifiedBy>Darsi</cp:lastModifiedBy>
  <cp:revision>1</cp:revision>
  <dcterms:created xsi:type="dcterms:W3CDTF">2026-10-28T14:44:07Z</dcterms:created>
  <dcterms:modified xsi:type="dcterms:W3CDTF">2026-10-28T14:44:07Z</dcterms:modified>
</cp:coreProperties>
</file>