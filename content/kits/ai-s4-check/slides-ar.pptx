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الذكاء الاصطناعي والمجتمع: اختبار الوحدة،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والمجتمع: مراجعة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٤، اختبار الوحدة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الذكاء الاصطناعي والمجتمع: اختبار الوحدة،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هذه الوحدة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 يقرّر ما العدل؟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وأعمال الغد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صمّم حلًّا بالذكاء الاصطناعي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اختبر حلّك واعرضه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الذكاء الاصطناعي والمجتمع: اختبار الوحدة،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الأفكار الكبرى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اطرح خمسة أسئلة على أيّ ذكاء اصطناعي: فقيمه اختيارات بشرية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يغيّر الذكاء الاصطناعي المهام أكثر من الوظائف كاملة، ويخلق أعمالًا جديدة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ابدأ بالناس ومشكلتهم، ولا تلجأ إلى الذكاء الاصطناعي إلا عند الحاجة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اختبر مع مستخدمين حقيقيين، واشرح بكلمات بسيطة، وسمِّ المخاطر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الذكاء الاصطناعي والمجتمع: اختبار الوحدة،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مسابقة الفرق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كوّنوا فرقًا من ثلاثة أو أربعة: أصدقاء، أو نادي الذكاء الاصطناعي، أو أفراد الأسرة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اقرؤوا كلّ سؤال بصوت عالٍ، ويتّفق كلّ فريق على إجابة واحدة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اكشفوا الإجابة، ويشرح أحد الفرق السبب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دوّنوا أصعب سؤال لتراجعوه غدًا</a:t>
            </a:r>
            <a:endParaRPr lang="ar-SA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الذكاء الاصطناعي والمجتمع: اختبار الوحدة،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الأسئلة الخمسة ستطرحه أولًا على أول ذكاء اصطناعي تصادفه؟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سؤال فاجأك،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لأيّ مشكلة قريبة منك ستصمّم ذكاءً اصطناعيًا، إن احتجت إليه أصلًا؟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الذكاء الاصطناعي والمجتمع: اختبار الوحدة،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فكرة واحدة من هذه الوحدة سأستخدمها، وأين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الذكاء الاصطناعي والمجتمع: اختبار الوحدة</dc:title>
  <dc:subject>PptxGenJS Presentation</dc:subject>
  <dc:creator>Darsi</dc:creator>
  <cp:lastModifiedBy>Darsi</cp:lastModifiedBy>
  <cp:revision>1</cp:revision>
  <dcterms:created xsi:type="dcterms:W3CDTF">2026-10-28T14:43:45Z</dcterms:created>
  <dcterms:modified xsi:type="dcterms:W3CDTF">2026-10-28T14:43:45Z</dcterms:modified>
</cp:coreProperties>
</file>