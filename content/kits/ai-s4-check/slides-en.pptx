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society: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society: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society: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 what’s fair?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the work of tomorrow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AI solution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pitch it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society: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five questions of any AI: its values are people’s choices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changes tasks more than whole jobs, and creates new work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people and their problem; AI only if it’s needed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real users, explain in plain words, and name the risks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society: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three or four: friends, your AI club or family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each team agrees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answer, and one team explains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hardest question to revise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society: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five questions will you ask first about the next AI you meet?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near you would you design an AI for, if it’s needed at all?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society: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from this unit I will use, and where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society: unit check</dc:title>
  <dc:subject>PptxGenJS Presentation</dc:subject>
  <dc:creator>Darsi</dc:creator>
  <cp:lastModifiedBy>Darsi</cp:lastModifiedBy>
  <cp:revision>1</cp:revision>
  <dcterms:created xsi:type="dcterms:W3CDTF">2026-10-28T14:43:45Z</dcterms:created>
  <dcterms:modified xsi:type="dcterms:W3CDTF">2026-10-28T14:43:45Z</dcterms:modified>
</cp:coreProperties>
</file>