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Codes are keys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 are keys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1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Codes are keys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two-step sign-in works.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it on for email, WhatsApp or a game, with an adult’s help.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a one-time code.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backup codes safe, and know what a passkey is.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Codes are keys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lock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Know, have, are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is for you alone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surprise prompt? Tap no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first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codes on paper, at home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Codes are keys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account check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(4 min): your accounts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(3 min): which matters most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(5 min): which have two steps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(3 min): one to turn on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account names only: never passwords, PINs or codes.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Codes are keys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thief want the code, not just the password?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you do about a prompt you didn’t start?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will you keep your backup codes?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Codes are keys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account, and the second step I will add to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 are keys</dc:title>
  <dc:subject>PptxGenJS Presentation</dc:subject>
  <dc:creator>Darsi</dc:creator>
  <cp:lastModifiedBy>Darsi</cp:lastModifiedBy>
  <cp:revision>1</cp:revision>
  <dcterms:created xsi:type="dcterms:W3CDTF">2026-10-28T14:43:48Z</dcterms:created>
  <dcterms:modified xsi:type="dcterms:W3CDTF">2026-10-28T14:43:48Z</dcterms:modified>
</cp:coreProperties>
</file>