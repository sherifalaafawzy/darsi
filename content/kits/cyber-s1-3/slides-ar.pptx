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الرموز مفاتيح،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الرموز مفاتيح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١، الدرس ٣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الرموز مفاتيح،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 سوف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تشرح كيف يعمل التحقق بخطوتين.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تفعّله لبريدك أو واتساب أو لعبة، بمساعدة شخص بالغ.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تشارك رمزًا لمرة واحدة أبدًا.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تحفظ الرموز الاحتياطية بأمان، وتعرف ما مفتاح المرور.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الرموز مفاتيح،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قفل ثانٍ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تعرفه، تملكه، فيك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الرمز لك وحدك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رسالة تأكيد مفاجئة؟ اضغط «لا»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البريد الإلكتروني أولًا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الرموز الاحتياطية على ورقة في البيت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الرموز مفاتيح،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فحص حساباتي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القائمة (٤ دقائق): حساباتك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الترتيب (٣ دقائق): الأهم أولًا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الفحص (٥ دقائق): ما فيه خطوتان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الخطة (٣ دقائق): حساب لتفعيله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أسماء الحسابات فقط: لا كلمات مرور ولا أرقامًا سرية ولا رموزًا أبدًا.</a:t>
            </a:r>
            <a:endParaRPr lang="ar-SA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الرموز مفاتيح،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فكّر في الأمر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يريد اللص الرمز، لا كلمة المرور فقط؟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تفعل برسالة تأكيد لم تبدأها أنت؟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ستحفظ رموزك الاحتياطية؟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الرموز مفاتيح،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أن تغادر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حساب واحد، والخطوة الثانية التي سأضيفها إليه.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الرموز مفاتيح</dc:title>
  <dc:subject>PptxGenJS Presentation</dc:subject>
  <dc:creator>Darsi</dc:creator>
  <cp:lastModifiedBy>Darsi</cp:lastModifiedBy>
  <cp:revision>1</cp:revision>
  <dcterms:created xsi:type="dcterms:W3CDTF">2026-10-28T14:43:48Z</dcterms:created>
  <dcterms:modified xsi:type="dcterms:W3CDTF">2026-10-28T14:43:48Z</dcterms:modified>
</cp:coreProperties>
</file>