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Protecting devices and data: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devices and data: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2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Protecting devices and data: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close the door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it up: lose a phone, not your work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Two-step sign-in and passkeys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Wi-Fi at school, at home and in town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Protecting devices and data: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update closes a door everyone knows about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copies, two kinds, one away, one unplugged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stolen password alone isn’t enough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and marks over mobile data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Protecting devices and data: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four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teams agree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 and ask one team to explain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hardest question on the board for tomorrow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Protecting devices and data: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habit will you set up first, and on which device?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habit will you teach your pupils this week?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Protecting devices and data: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habit I will set up this week, and on which device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Protecting devices and data: unit check</dc:title>
  <dc:subject>PptxGenJS Presentation</dc:subject>
  <dc:creator>Darsi</dc:creator>
  <cp:lastModifiedBy>Darsi</cp:lastModifiedBy>
  <cp:revision>1</cp:revision>
  <dcterms:created xsi:type="dcterms:W3CDTF">2026-10-28T13:25:24Z</dcterms:created>
  <dcterms:modified xsi:type="dcterms:W3CDTF">2026-10-28T13:25:24Z</dcterms:modified>
</cp:coreProperties>
</file>