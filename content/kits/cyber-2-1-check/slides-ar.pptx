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حماية الأجهزة والبيانات: اختبار الوحدة،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حماية الأجهزة والبيانات: مراجعة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٢، اختبار الوحدة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حماية الأجهزة والبيانات: اختبار الوحدة،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هذه الوحدة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التحديثات تُغلق الباب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النسخ الاحتياطي: يضيع الهاتف ولا يضيع عملك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بخطوتين ومفاتيح المرور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واي فاي آمن في المدرسة والبيت وخارجهما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حماية الأجهزة والبيانات: اختبار الوحدة،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الأفكار الكبرى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التحديث يغلق بابًا يعرفه الجميع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نسخ، ونوعان، وواحدة بعيدة، وواحدة مفصولة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المرور المسروقة وحدها لا تكفي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 والدرجات عبر بيانات الهاتف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حماية الأجهزة والبيانات: اختبار الوحدة،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الفرق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كوّن فرقًا من أربعة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 كل سؤال بصوت عالٍ، ويتّفق كل فريق على إجابة واحدة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الإجابة واطلب من أحد الفرق أن يشرح السبب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أصعب سؤال على السبورة للغد</a:t>
            </a:r>
            <a:endParaRPr lang="ar-SA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حماية الأجهزة والبيانات: اختبار الوحدة،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عادة ستبدأ بها أولًا، وعلى أيّ جهاز؟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سؤال فاجأك،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عادة ستعلّمها لطلابك هذا الأسبوع؟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حماية الأجهزة والبيانات: اختبار الوحدة،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عادة واحدة سأبدأ بها هذا الأسبوع، وعلى أيّ جهاز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حماية الأجهزة والبيانات: اختبار الوحدة</dc:title>
  <dc:subject>PptxGenJS Presentation</dc:subject>
  <dc:creator>Darsi</dc:creator>
  <cp:lastModifiedBy>Darsi</cp:lastModifiedBy>
  <cp:revision>1</cp:revision>
  <dcterms:created xsi:type="dcterms:W3CDTF">2026-10-28T13:25:24Z</dcterms:created>
  <dcterms:modified xsi:type="dcterms:W3CDTF">2026-10-28T13:25:24Z</dcterms:modified>
</cp:coreProperties>
</file>