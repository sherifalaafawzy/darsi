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your own model: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classifier decides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 honestly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for everyone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only knows its data: plan it, check it, collect it fairly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nearest neighbours: how a classifier decides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examples the model never saw give an honest score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group, and fix bias in the data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three or four, or quiz a family member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explain why it is right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in your notebook to revise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from this unit surprised you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check first before trusting an AI tool’s score?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model would you like to build, and whose data would it need?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Train your own model: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I will ask about the next AI tool I use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your own model: unit check</dc:title>
  <dc:subject>PptxGenJS Presentation</dc:subject>
  <dc:creator>Darsi</dc:creator>
  <cp:lastModifiedBy>Darsi</cp:lastModifiedBy>
  <cp:revision>1</cp:revision>
  <dcterms:created xsi:type="dcterms:W3CDTF">2026-10-28T14:43:40Z</dcterms:created>
  <dcterms:modified xsi:type="dcterms:W3CDTF">2026-10-28T14:43:40Z</dcterms:modified>
</cp:coreProperties>
</file>