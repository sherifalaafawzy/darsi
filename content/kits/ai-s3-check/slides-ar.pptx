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درّب نموذجك بنفسك: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درّب نموذجك بنفسك: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٣،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درّب نموذجك بنفسك: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الوحدة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 أولًا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يقرّر المصنِّف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اختبره بأمانة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منصف للجميع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درّب نموذجك بنفسك: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يعرف النموذج إلا بياناته: خطّط لها وراجعها واجمعها بإنصاف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الخصائص وأقرب الجيران: كيف يقرّر المصنِّف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الأمثلة التي لم يرها النموذج وحدها تعطي درجة صادقة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اختبر كل مجموعة، وعالج التحيّز في البيانات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درّب نموذجك بنفسك: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مسابقة الفرق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كوّنوا فرقًا من ثلاثة أو أربعة، أو اختبر أحد أفراد أسرتك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اقرؤوا كل سؤال بصوت عالٍ، واتفقوا على إجابة واحدة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اكشفوا الإجابة واشرحوا لماذا هي الصحيحة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أصعب سؤال في دفترك لتراجعه</a:t>
            </a:r>
            <a:endParaRPr lang="ar-SA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درّب نموذجك بنفسك: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فكرة في هذه الوحدة فاجأتك أكثر؟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أول ما ستفحصه قبل أن تثق بدرجة أداة ذكاء اصطناعي؟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نموذج تودّ أن تبنيه، وبيانات مَن سيحتاج؟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درّب نموذجك بنفسك: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أن تغادر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واحد سأطرحه عن أداة الذكاء الاصطناعي التالية التي أستخدمها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درّب نموذجك بنفسك: اختبار الوحدة</dc:title>
  <dc:subject>PptxGenJS Presentation</dc:subject>
  <dc:creator>Darsi</dc:creator>
  <cp:lastModifiedBy>Darsi</cp:lastModifiedBy>
  <cp:revision>1</cp:revision>
  <dcterms:created xsi:type="dcterms:W3CDTF">2026-10-28T14:43:40Z</dcterms:created>
  <dcterms:modified xsi:type="dcterms:W3CDTF">2026-10-28T14:43:40Z</dcterms:modified>
</cp:coreProperties>
</file>