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 from examples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five steps of machine learning in order.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hidden pattern in labelled examples and use it to predict new ones.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spam filter learns from labelled messages.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collect examples and label them. Training finds patterns in this training data and stores them as a model.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the model on examples it has never seen. More, and more varied, examples usually help.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makes predictions — about now (“Is this spam?”) or the future. Many models stay the same until people retrain them.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machine: Zog game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Draw a ripe and an unripe mango on the board (or hold up real ones).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Draw the five steps with simple icons: collect examples → label them → train: find patterns → test on new examples → use: make predictions.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Zog game (14 min): Draw 6 zogs and 6 not zogs in two columns.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talk (7 min): Pairs share the pattern they found.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Link the game to the five steps: the labelled drawings were the training data, and the new shapes were the test.</a:t>
            </a:r>
            <a:endParaRPr lang="en-GB" sz="17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pattern: zogs have three corners. Plan 6 zogs, 6 not zogs (squares, circles, stars) and 6 test shapes, including an upside-down triangle. Vary size, shading and direction in both groups, so only the corners matter.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teach a young child which mangoes are ripe, would you give a rule, or show many mangoes and say ‘ripe’ or ‘not ripe’?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examples helped you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new examples would help a machine that got this wrong?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from examples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five steps in order, and one thing a spam filter learns from.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machines learn from examples</dc:title>
  <dc:subject>PptxGenJS Presentation</dc:subject>
  <dc:creator>Darsi</dc:creator>
  <cp:lastModifiedBy>Darsi</cp:lastModifiedBy>
  <cp:revision>1</cp:revision>
  <dcterms:created xsi:type="dcterms:W3CDTF">2026-10-27T22:35:00Z</dcterms:created>
  <dcterms:modified xsi:type="dcterms:W3CDTF">2026-10-27T22:35:00Z</dcterms:modified>
</cp:coreProperties>
</file>