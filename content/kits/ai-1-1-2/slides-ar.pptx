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تتعلّم الآلات من الأمثلة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نرتّب خطوات تعلّم الآلة الخمس.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نجد نمطًا مخفيًا في أمثلة مصنّفة ونستخدمه لتوقّع أمثلة جديدة.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يتعلّم فلتر الرسائل المزعجة من رسائل مصنّفة.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يجمع الناس الأمثلة ويصنّفونها. ويجد التدريب الأنماط في بيانات التدريب هذه ويخزّنها في صورة نموذج.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نختبر النموذج على أمثلة لم يرها من قبل. والأمثلة الأكثر عددًا وتنوّعًا تفيد عادةً.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يقدّم النموذج توقّعات — عن الحاضر («هل هذه رسالة مزعجة؟») أو عن المستقبل. ونماذج كثيرة تبقى كما هي حتى يعيد الناس تدريبها.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أنت الآلة: لعبة «زوك»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ارسم على السبّورة ثمرة مانجو ناضجة وأخرى غير ناضجة (أو اعرض ثمارًا حقيقية).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ارسم الخطوات الخمس برموز بسيطة: اجمع الأمثلة ← صنّفها ← درّب: ابحث عن الأنماط ← اختبر على أمثلة جديدة ← استخدم: قدّم توقّعات.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«زوك» (١٤ دقيقة): ارسم ٦ أشكال «زوك» و٦ أشكال «ليس زوك» في عمودين.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حوار ثنائي (٧ دقائق): يتشارك كل زوج النمط الذي وجده.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(٦ دقائق): اربط اللعبة بالخطوات الخمس: الرسومات المصنّفة كانت بيانات التدريب، والأشكال الجديدة كانت الاختبار.</a:t>
            </a:r>
            <a:endParaRPr lang="ar-SA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النمط السري: لأشكال «زوك» ثلاث زوايا. جهّز ٦ أشكال «زوك»، و٦ أشكال «ليس زوك» (مربعات ودوائر ونجوم)، و٦ أشكال للاختبار، بينها مثلث مقلوب. نوّع الحجم والتظليل والاتجاه في المجموعتين، حتى لا يكون الفارق إلا في الزوايا.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لتعلّم طفلًا صغيرًا أيّ ثمار المانجو ناضجة، هل ستعطيه قاعدة، أم تريه ثمار مانجو كثيرة وتقول «ناضجة» أو «غير ناضجة»؟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الأمثلة ساعدتك أكثر؟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الأمثلة الجديدة التي تساعد آلةً أخطأت في هذا؟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كيف تتعلّم الآلات من الأمثلة،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الخطوات الخمس بالترتيب، وشيئًا واحدًا يتعلّم منه فلتر الرسائل المزعجة.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تتعلّم الآلات من الأمثلة</dc:title>
  <dc:subject>PptxGenJS Presentation</dc:subject>
  <dc:creator>Darsi</dc:creator>
  <cp:lastModifiedBy>Darsi</cp:lastModifiedBy>
  <cp:revision>1</cp:revision>
  <dcterms:created xsi:type="dcterms:W3CDTF">2026-10-27T22:35:00Z</dcterms:created>
  <dcterms:modified xsi:type="dcterms:W3CDTF">2026-10-27T22:35:00Z</dcterms:modified>
</cp:coreProperties>
</file>