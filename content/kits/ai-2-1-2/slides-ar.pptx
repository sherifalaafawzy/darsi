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طلبات تناسب صفّك،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تناسب صفّك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٢،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طلبات تناسب صفّك،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نذكر المكوّنات الأربعة للطلب الجيد.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نضيف سياقًا لا تستطيع أداة الذكاء الاصطناعي تخمينه.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نتوقّع كيف يغيّر مكوّنٌ واحد الإجابة.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طلبات تناسب صفّك،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ترى أداة الذكاء الاصطناعي صفّنا: الطلب القصير يحصل على إجابة عامة.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 والمهمة والسياق والشكل تصنع طلبًا قويًا، والمثال يساعد في الأسلوب.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كانت الإجابة قريبة من المطلوب، فتابِع بدل أن تبدأ من جديد.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طلبات تناسب صفّك،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الطلب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أعطِ متطوّعًا تعليمة غامضة، ولاحظوا ما يحدث.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المكوّنات الأربعة: الدور، والمهمة، والسياق، والشكل.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الطلب (١٥ دقيقة): تضيف كل مجموعة مكوّنًا واحدًا إلى طلب ضعيف.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التوقّع والمقارنة (٨ دقائق): تعرض المجموعات عملها، وجرّبوا طلبًا واحدًا إن أمكن.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(٤ دقائق): ماذا احتاج الذكاء الاصطناعي أن يعرف؟ ثم بطاقة الخروج.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الحصة، أعطِ روبوت دردشة طلبًا ضعيفًا، مثل «اكتب أسئلة عن النباتات»، وانسخ إجابته. وجهّز مجموعة بطاقات مكوّنات لكل فريق: الدور، والسياق، والشكل، والمثال. لا هاتف في الحصة؟ جهّز في البيت إجابة محسّنة واقرأها على الطلاب.</a:t>
            </a:r>
            <a:endParaRPr lang="ar-SA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طلبات تناسب صفّك،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حصل الطلب القصير على إجابة عامة جدًا؟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مكوّن غيّر الإجابة أكثر من غيره؟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لا ينبغي أن يدخل الطلب أبدًا، ولماذا؟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طلبات تناسب صفّك،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أعد كتابة «أعدّ اختبارًا قصيرًا» بإضافة دور وسياق وشكل.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طلبات تناسب صفّك</dc:title>
  <dc:subject>PptxGenJS Presentation</dc:subject>
  <dc:creator>Darsi</dc:creator>
  <cp:lastModifiedBy>Darsi</cp:lastModifiedBy>
  <cp:revision>1</cp:revision>
  <dcterms:created xsi:type="dcterms:W3CDTF">2026-10-28T09:48:57Z</dcterms:created>
  <dcterms:modified xsi:type="dcterms:W3CDTF">2026-10-28T09:48:57Z</dcterms:modified>
</cp:coreProperties>
</file>