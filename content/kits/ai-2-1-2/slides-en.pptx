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Prompts that fit your class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that fit your class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2 · Lesson 2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Prompts that fit your class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four ingredients of a good prompt.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context that an AI tool could not guess.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how one ingredient changes an answer.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Prompts that fit your class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tool can’t see our class: a short prompt gets a typical answer.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Role, task, context and format make a strong prompt; an example helps with style.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answer is nearly right, follow up instead of starting again.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Prompts that fit your class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makeover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Give a volunteer a vague instruction and see what happens.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(8 min): The four ingredients: role, task, context, format.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Makeover (15 min): Groups add one ingredient to a weak prompt.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and compare (8 min): Groups share; test one prompt if you can.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(4 min): What did the AI need to know? Then the exit ticket.</a:t>
            </a:r>
            <a:endParaRPr lang="en-GB" sz="21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2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class, give a chatbot a weak prompt, such as “Write questions about plants”, and copy its answer. Make one set of ingredient cards per group: Role, Context, Format, Example. No phone in class? Prepare an improved answer at home and read it out.</a:t>
            </a:r>
            <a:endParaRPr lang="en-GB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Prompts that fit your class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did the short prompt get such a general answer?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ingredient changed the answer most?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never go into a prompt, and why?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Prompts that fit your class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 “Make a quiz” with a role, context and a format.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Prompts that fit your class</dc:title>
  <dc:subject>PptxGenJS Presentation</dc:subject>
  <dc:creator>Darsi</dc:creator>
  <cp:lastModifiedBy>Darsi</cp:lastModifiedBy>
  <cp:revision>1</cp:revision>
  <dcterms:created xsi:type="dcterms:W3CDTF">2026-10-28T09:48:57Z</dcterms:created>
  <dcterms:modified xsi:type="dcterms:W3CDTF">2026-10-28T09:48:57Z</dcterms:modified>
</cp:coreProperties>
</file>