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Safe online: unit check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DD9E5"/>
          </a:solidFill>
          <a:ln w="12700">
            <a:solidFill>
              <a:srgbClr val="FDD9E5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online: review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A3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security · Level 1 · Unit check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Safe online: unit check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unit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Passwords nobody can guess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 the scam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Codes are keys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something goes wrong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Safe online: unit check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 ideas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Long, random, different and secret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warning signs: stop and check another way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code is a key for you alone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Tell, take it back, report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Safe online: unit check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 it back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(2 min): one lesson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 (5 min): three key points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 (5 min): a partner or family member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 (3 min): listen and ask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321040" y="1783080"/>
            <a:ext cx="3246120" cy="2011680"/>
          </a:xfrm>
          <a:prstGeom prst="roundRect">
            <a:avLst>
              <a:gd name="adj" fmla="val 9091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200" y="187452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GB" altLang="en-US" sz="20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 only: never write real passwords, codes or account details on the card.</a:t>
            </a:r>
            <a:endParaRPr lang="en-GB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Safe online: unit check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about it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habit have you already started?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one is hardest for you, and why?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at home could use what you learned?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Safe online: unit check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go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habit I will keep from this unit.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 online: unit check</dc:title>
  <dc:subject>PptxGenJS Presentation</dc:subject>
  <dc:creator>Darsi</dc:creator>
  <cp:lastModifiedBy>Darsi</cp:lastModifiedBy>
  <cp:revision>1</cp:revision>
  <dcterms:created xsi:type="dcterms:W3CDTF">2026-10-28T14:43:50Z</dcterms:created>
  <dcterms:modified xsi:type="dcterms:W3CDTF">2026-10-28T14:43:50Z</dcterms:modified>
</cp:coreProperties>
</file>