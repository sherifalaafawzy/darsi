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الأمان على الإنترنت: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على الإنترنت: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الأمان على الإنترنت: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مرور لا يستطيع أحد تخمينها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الاحتيال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الرموز مفاتيح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تقع مشكلة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الأمان على الإنترنت: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طويلة، وعشوائية، ومختلفة، وسرّية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علامات تحذير: توقّف وتحقّق بطريقة أخرى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الرمز مفتاح لك وحدك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أخبِر، واستعِد، وبلِّغ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الأمان على الإنترنت: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علّمه لغيرك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(دقيقتان): درس واحد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 (٥ دقائق): ثلاث نقاط أساسية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(٥ دقائق): لزميل أو أحد أفراد أسرتك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التبادل (٣ دقائق): استمع واسأل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 فقط: لا تكتب أبدًا كلمات مرور أو رموزًا أو بيانات حسابات حقيقية على البطاقة.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الأمان على الإنترنت: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العادات بدأت بها فعلًا؟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أيّها الأصعب عليك،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في البيت قد يستفيد ممّا تعلّمته؟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الأمان على الإنترنت: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العادة الوحيدة التي سأحافظ عليها من هذه الوحدة.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الأمان على الإنترنت: اختبار الوحدة</dc:title>
  <dc:subject>PptxGenJS Presentation</dc:subject>
  <dc:creator>Darsi</dc:creator>
  <cp:lastModifiedBy>Darsi</cp:lastModifiedBy>
  <cp:revision>1</cp:revision>
  <dcterms:created xsi:type="dcterms:W3CDTF">2026-10-28T14:43:50Z</dcterms:created>
  <dcterms:modified xsi:type="dcterms:W3CDTF">2026-10-28T14:43:50Z</dcterms:modified>
</cp:coreProperties>
</file>