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أمّن هاتفك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نذكر ست عادات تحافظ على أمان الهاتف.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العلاج المناسب لمشكلة في أمان الهاتف ونشرح السبب.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لماذا لا يكون رمز قفل مثل ١٢٣٤ أو تاريخ الميلاد آمنًا.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أمان الهاتف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قفل شاشة قويًّا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ثبّت التحديثات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تطبيقات آمنة وأذونات قليلة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فعّل «العثور على جهازي»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انسخ صورك وجهات اتصالك احتياطيًا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عيادة أمان الهاتف: عيادة الهاتف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التمهيد (٥ دقائق): اسأل: ما الذي يوجد في هاتف العائلة ولا ينبغي أن يراه غريب أو يستخدمه؟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مرّ على الأيقونات الست واحدةً واحدة.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عيادة الهاتف (١٤ دقيقة): يتبادل كل زوج الأدوار: أحدهما صاحب الهاتف ومعه بطاقة مشكلة، والآخر «طبيب الهاتف» الذي يشير إلى أيقونة ويشرح العلاج.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(٧ دقائق): تمثّل ثلاثة أزواج أمام الصف أصعب بطاقة لديها.</a:t>
            </a:r>
            <a:endParaRPr lang="ar-SA" sz="1800" dirty="0"/>
          </a:p>
          <a:p>
            <a:pPr rtl="1" algn="r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ar-SA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(٦ دقائق): بطاقة الخروج: يرسم الطلاب أيقونة واحدة ويكتبون العادة التي تمثّلها.</a:t>
            </a:r>
            <a:endParaRPr lang="ar-SA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على السبورة هاتفًا كبيرًا حوله ست أيقونات: قفل، وسهم تحديث، وحقيبة متجر، وعين، ودبوس خريطة، وصندوق نسخ احتياطي. واكتب ١٢ بطاقة مشكلات، مثل «رمزي ١٢٣٤» و«لعبة تطلب رسائلي» و«أضعت هاتفي».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التقط غريب هذا الهاتف، فماذا يمكن أن يرى أو يفعل؟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أيها الطبيب، أيّ أيقونة تعالج هذه المشكلة؟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نتّفق مع الطبيب؟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أمّن هاتفك،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أيقونة واحدة من أيقونات أمان الهاتف، واكتب العادة التي تمثّلها.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أمّن هاتفك</dc:title>
  <dc:subject>PptxGenJS Presentation</dc:subject>
  <dc:creator>Darsi</dc:creator>
  <cp:lastModifiedBy>Darsi</cp:lastModifiedBy>
  <cp:revision>1</cp:revision>
  <dcterms:created xsi:type="dcterms:W3CDTF">2026-10-27T22:35:08Z</dcterms:created>
  <dcterms:modified xsi:type="dcterms:W3CDTF">2026-10-27T22:35:08Z</dcterms:modified>
</cp:coreProperties>
</file>