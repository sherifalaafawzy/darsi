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 down your phone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down your phone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safety · Level 1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 down your phone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six habits that keep a phone safe.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right fix for a phone safety problem and explain why.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why a lock code like 1234 or a birthday is unsafe.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 down your phone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safety check-up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 strong screen lock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updates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 apps, few permissions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on find my device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up photos and contacts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 down your phone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safety clinic: Phone clinic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Ask what is on a family phone that a stranger shouldn’t see or use.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Walk through the six icons.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clinic (14 min): Pairs take turns: one is the phone owner with a problem card, the other is the “phone doctor” who points to an icon and explains the fix.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Three pairs act out their trickiest card for the class.</a:t>
            </a:r>
            <a:endParaRPr lang="en-GB" sz="1800" dirty="0"/>
          </a:p>
          <a:p>
            <a:pPr algn="l" marL="342900" indent="-342900">
              <a:spcAft>
                <a:spcPts val="900"/>
              </a:spcAft>
              <a:buSzPct val="100000"/>
              <a:buFont typeface="+mj-lt"/>
              <a:buAutoNum type="arabicPeriod" startAt="1"/>
            </a:pPr>
            <a:r>
              <a:rPr lang="en-GB" altLang="en-US" sz="18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(6 min): Exit ticket: pupils draw one icon and write the habit it stands for.</a:t>
            </a:r>
            <a:endParaRPr lang="en-GB" sz="18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a large phone on the board with six icons around it: padlock, update arrow, store bag, eye, map pin, backup box. Write 12 problem cards, such as “My code is 1234”, “A game wants my messages” and “I lost my phone”.</a:t>
            </a:r>
            <a:endParaRPr lang="en-GB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 down your phone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stranger picked up this phone, what could they see or do?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Doctor, which icon fixes this problem —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we agree with the doctor?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Lock down your phone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one phone safety icon and write the habit it stands for.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Lock down your phone</dc:title>
  <dc:subject>PptxGenJS Presentation</dc:subject>
  <dc:creator>Darsi</dc:creator>
  <cp:lastModifiedBy>Darsi</cp:lastModifiedBy>
  <cp:revision>1</cp:revision>
  <dcterms:created xsi:type="dcterms:W3CDTF">2026-10-27T22:35:08Z</dcterms:created>
  <dcterms:modified xsi:type="dcterms:W3CDTF">2026-10-27T22:35:08Z</dcterms:modified>
</cp:coreProperties>
</file>