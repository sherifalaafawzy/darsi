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AI and the work of tomorrow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and the work of tomorrow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4 · Lesson 2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AI and the work of tomorrow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that AI changes tasks more than whole jobs, and creates new work.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AI work near you and the people behind AI.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the skills to build: data, judgement, ethics, working with people.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AI and the work of tomorrow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job is a bundle of tasks: AI usually changes some of them.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work appears: labelling data, building, testing and checking AI, and it deserves fair pay.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skills to work with AI and check it: judging information, ethics, working with people.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AI and the work of tomorrow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sort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(3 min): Each person names a job in their family or street.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list (6 min): Break one job into six to eight tasks on paper strips.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(6 min): Sort the tasks into “AI could help”, “AI could do it” and “Needs a person”.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work (5 min): List three jobs that exist because of AI.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(5 min): Each person picks one skill to build this term.</a:t>
            </a:r>
            <a:endParaRPr lang="en-GB" sz="20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9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study group or at home with your family. You need paper and a pen; scraps of paper work as task strips.</a:t>
            </a:r>
            <a:endParaRPr lang="en-GB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AI and the work of tomorrow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task in your family’s work could AI help with, and which should it never do?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fair if the people who label AI’s data are paid very little? What could change that?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skill from this lesson will you start building first?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AI and the work of tomorrow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task AI could help with near me, and one skill I will build.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and the work of tomorrow</dc:title>
  <dc:subject>PptxGenJS Presentation</dc:subject>
  <dc:creator>Darsi</dc:creator>
  <cp:lastModifiedBy>Darsi</cp:lastModifiedBy>
  <cp:revision>1</cp:revision>
  <dcterms:created xsi:type="dcterms:W3CDTF">2026-10-28T14:43:42Z</dcterms:created>
  <dcterms:modified xsi:type="dcterms:W3CDTF">2026-10-28T14:43:42Z</dcterms:modified>
</cp:coreProperties>
</file>