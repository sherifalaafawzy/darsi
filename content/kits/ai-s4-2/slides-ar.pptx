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الذكاء الاصطناعي وأعمال الغد،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وأعمال الغد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٤،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الذكاء الاصطناعي وأعمال الغد،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أن الذكاء الاصطناعي يغيّر المهام أكثر من الوظائف كاملة، ويخلق أعمالًا جديدة.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نذكر أعمالًا في الذكاء الاصطناعي قريبة منك، والناس الذين يقفون وراءه.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نخطّط للمهارات التي نبنيها: البيانات، والحكم على المعلومات، والأخلاقيات، والعمل مع الناس.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الذكاء الاصطناعي وأعمال الغد،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الوظيفة مجموعة مهام، والذكاء الاصطناعي يغيّر بعضها في الغالب.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تظهر أعمال جديدة: تصنيف البيانات، وبناء الذكاء الاصطناعي واختباره ومراجعته، وهي تستحق أجرًا عادلًا.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ابنِ مهارات تساعدك على العمل مع الذكاء الاصطناعي ومراجعته: الحكم على المعلومات، والأخلاقيات، والعمل مع الناس.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الذكاء الاصطناعي وأعمال الغد،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فرز المهام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يذكر كلّ واحد وظيفة في أسرته أو في شارعه.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المهام (٦ دقائق): قسّموا وظيفة واحدة إلى ست مهام أو ثماني على قصاصات ورق.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الفرز (٦ دقائق): افرزوا المهام إلى «قد يساعد الذكاء الاصطناعي» و«قد يقوم بها الذكاء الاصطناعي» و«تحتاج إلى إنسان».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أعمال جديدة (٥ دقائق): اكتبوا ثلاث وظائف موجودة بسبب الذكاء الاصطناعي.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المهارات (٥ دقائق): يختار كلّ واحد مهارة يبنيها في هذا الفصل الدراسي.</a:t>
            </a:r>
            <a:endParaRPr lang="ar-SA" sz="19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لمجموعة مذاكرة أو في البيت مع أسرتك. تحتاج إلى ورقة وقلم، وتصلح قصاصات الورق لكتابة المهام.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الذكاء الاصطناعي وأعمال الغد،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مهمة في عمل أسرتك يمكن أن يساعد فيها الذكاء الاصطناعي، وأيّها لا ينبغي أن يقوم به أبدًا؟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من العدل أن يتقاضى مَن يصنّفون بيانات الذكاء الاصطناعي أجرًا زهيدًا؟ ما الذي قد يغيّر ذلك؟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مهارة من هذا الدرس ستبدأ ببنائها أولًا؟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الذكاء الاصطناعي وأعمال الغد،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مهمة قريبة مني يمكن أن يساعد فيها الذكاء الاصطناعي، ومهارة سأبنيها.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الذكاء الاصطناعي وأعمال الغد</dc:title>
  <dc:subject>PptxGenJS Presentation</dc:subject>
  <dc:creator>Darsi</dc:creator>
  <cp:lastModifiedBy>Darsi</cp:lastModifiedBy>
  <cp:revision>1</cp:revision>
  <dcterms:created xsi:type="dcterms:W3CDTF">2026-10-28T14:43:42Z</dcterms:created>
  <dcterms:modified xsi:type="dcterms:W3CDTF">2026-10-28T14:43:42Z</dcterms:modified>
</cp:coreProperties>
</file>