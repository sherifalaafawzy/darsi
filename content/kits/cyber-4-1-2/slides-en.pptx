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Risk assessment: what could go wrong?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assessment: what could go wrong?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Risk assessment: what could go wrong?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school’s information assets.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risks by likelihood and impact on a 3 × 3 grid.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control, an owner and a date for the top risks, in a simple register.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Risk assessment: what could go wrong?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it, then fix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likelihood × impact (1 to 9)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likely and serious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Prevent, detect, recover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control has an owner and a date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register every term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Risk assessment: what could go wrong?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hunt: our top three risks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Tell the power-cut story and ask what would have saved the exam papers.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(7 min): List on the board what the school must protect.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(13 min): Groups write risks on slips and place them on the 3 × 3 grid.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(10 min): For the top three, agree a control, an owner and a date.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Copy the top three into the register and set a review date.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3 × 3 grid on the board before the meeting: likelihood from 1 to 3 across, impact from 1 to 3 up, with the corner where 3 meets 3 marked “act now”. Prepare paper slips and tape, and invite the bursar and whoever looks after the computers.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Risk assessment: what could go wrong?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our risks is likely but dull, and still not fixed?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control could we put in place this week for free?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keep the register, and when do we look at it again?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Risk assessment: what could go wrong?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highest risk, its score, and one control with an owner.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assessment: what could go wrong?</dc:title>
  <dc:subject>PptxGenJS Presentation</dc:subject>
  <dc:creator>Darsi</dc:creator>
  <cp:lastModifiedBy>Darsi</cp:lastModifiedBy>
  <cp:revision>1</cp:revision>
  <dcterms:created xsi:type="dcterms:W3CDTF">2026-10-28T09:29:41Z</dcterms:created>
  <dcterms:modified xsi:type="dcterms:W3CDTF">2026-10-28T09:29:41Z</dcterms:modified>
</cp:coreProperties>
</file>