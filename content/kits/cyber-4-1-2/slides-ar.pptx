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تقييم المخاطر: ما الذي قد يسوء؟،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المخاطر: ما الذي قد يسوء؟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تقييم المخاطر: ما الذي قد يسوء؟،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أصول المدرسة من المعلومات والأجهزة.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نحسب درجات المخاطر بالاحتمال والأثر على شبكة ٣ × ٣.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نختار للمخاطر الأعلى وسيلة حماية ومسؤولًا وموعدًا، في سجلّ بسيط.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تقييم المخاطر: ما الذي قد يسوء؟،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 الدرجة، ثم عالج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الخطر = الاحتمال × الأثر (من ١ إلى ٩)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عالج المحتمل والخطير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امنع، واكتشف، وتعافَ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وسيلة حماية مسؤول وموعد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السجلّ كل فصل دراسي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تقييم المخاطر: ما الذي قد يسوء؟،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المخاطر: أعلى ثلاثة مخاطر لدينا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احكِ قصة انقطاع الكهرباء واسأل: ما الذي كان سينقذ أوراق الامتحانات؟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الأصول (٧ دقائق): اكتبوا على السبورة ما يجب أن تحميه المدرسة.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الدرجات (١٣ دقيقة): تكتب المجموعات المخاطر على قصاصات وتضعها على الشبكة ٣ × ٣.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الحماية (١٠ دقائق): اتفقوا للمخاطر الثلاثة الأعلى على وسيلة حماية ومسؤول وموعد.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انقلوا المخاطر الثلاثة إلى السجلّ وحدّدوا موعد المراجعة.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شبكة ٣ × ٣ على السبورة قبل الاجتماع: الاحتمال من ١ إلى ٣ أفقيًا، والأثر من ١ إلى ٣ عموديًا، واكتب «تحرّك الآن» في الزاوية التي يلتقي فيها ٣ و٣. وجهّز قصاصات ورق وشريطًا لاصقًا، وادعُ المسؤول المالي ومن يعتني بالحواسيب.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تقييم المخاطر: ما الذي قد يسوء؟،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مخاطرنا محتمل لكنه ممل، وما زال بلا علاج؟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وسيلة حماية نستطيع تنفيذها هذا الأسبوع مجانًا؟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ينبغي أن يحتفظ بالسجلّ، ومتى نعود إليه؟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تقييم المخاطر: ما الذي قد يسوء؟،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خطرنا الأعلى، ودرجته، ووسيلة حماية واحدة لها مسؤول.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تقييم المخاطر: ما الذي قد يسوء؟</dc:title>
  <dc:subject>PptxGenJS Presentation</dc:subject>
  <dc:creator>Darsi</dc:creator>
  <cp:lastModifiedBy>Darsi</cp:lastModifiedBy>
  <cp:revision>1</cp:revision>
  <dcterms:created xsi:type="dcterms:W3CDTF">2026-10-28T09:29:42Z</dcterms:created>
  <dcterms:modified xsi:type="dcterms:W3CDTF">2026-10-28T09:29:42Z</dcterms:modified>
</cp:coreProperties>
</file>