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Reading numbers: units and scales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numbers: units and scales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1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Reading numbers: units and scales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 thermometer scale at eye level, working out what each small step is worth.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a reading with its number, unit, time and place.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two readings must be taken the same way before we compare them.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Reading numbers: units and scales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 right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each step’s value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at eye level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number and unit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time and place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Reading numbers: units and scales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thermometer right: Reading round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Write “30” on the board.</a:t>
            </a:r>
            <a:endParaRPr lang="en-GB" sz="18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Write the four parts of a reading on the board: number, unit, time, place.</a:t>
            </a:r>
            <a:endParaRPr lang="en-GB" sz="18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level (7 min): Hold up a clear bottle of water with a paper scale taped on. Pupils read it from above, from below and level.</a:t>
            </a:r>
            <a:endParaRPr lang="en-GB" sz="18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round (14 min): Pairs read the board scale as you move a chalk line, writing full readings.</a:t>
            </a:r>
            <a:endParaRPr lang="en-GB" sz="18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(6 min): Set up a class log by the door with columns for date, time, place and °C.</a:t>
            </a:r>
            <a:endParaRPr lang="en-GB" sz="18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2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Hang the thermometer in the shade at pupils’ eye height an hour before class. Draw a big thermometer scale on the board from 0 to 50, with five steps between each labelled ten. Make a paper thermometer if the school has none. Tape a paper scale on a clear bottle of water for the eye-level demonstration.</a:t>
            </a:r>
            <a:endParaRPr lang="en-GB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Reading numbers: units and scales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else do we need to know?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fair to compare the sun reading with the shade reading?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besides the weather?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Reading numbers: units and scales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one full reading: number, unit, time and place.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Reading numbers: units and scales</dc:title>
  <dc:subject>PptxGenJS Presentation</dc:subject>
  <dc:creator>Darsi</dc:creator>
  <cp:lastModifiedBy>Darsi</cp:lastModifiedBy>
  <cp:revision>1</cp:revision>
  <dcterms:created xsi:type="dcterms:W3CDTF">2026-10-27T22:35:11Z</dcterms:created>
  <dcterms:modified xsi:type="dcterms:W3CDTF">2026-10-27T22:35:11Z</dcterms:modified>
</cp:coreProperties>
</file>