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الذكاء الاصطناعي من حولك، ١</a:t>
            </a:r>
            <a:endParaRPr lang="ar-SA" sz="1100" dirty="0"/>
          </a:p>
        </p:txBody>
      </p:sp>
      <p:sp>
        <p:nvSpPr>
          <p:cNvPr id="5" name="Shape 2"/>
          <p:cNvSpPr/>
          <p:nvPr/>
        </p:nvSpPr>
        <p:spPr>
          <a:xfrm>
            <a:off x="548640" y="1280160"/>
            <a:ext cx="3474720" cy="3474720"/>
          </a:xfrm>
          <a:prstGeom prst="roundRect">
            <a:avLst>
              <a:gd name="adj" fmla="val 10526"/>
            </a:avLst>
          </a:prstGeom>
          <a:solidFill>
            <a:srgbClr val="FFF0C4"/>
          </a:solidFill>
          <a:ln w="12700">
            <a:solidFill>
              <a:srgbClr val="FFF0C4"/>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الذكاء الاصطناعي من حولك</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7A5000"/>
                </a:solidFill>
                <a:latin typeface="Arial" pitchFamily="34" charset="0"/>
                <a:ea typeface="Arial" pitchFamily="34" charset="-122"/>
                <a:cs typeface="Arial" pitchFamily="34" charset="-120"/>
              </a:rPr>
              <a:t>الذكاء الاصطناعي، المستوى ١، الدرس ١</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الذكاء الاصطناعي من حولك،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نميّز الذكاء الاصطناعي، الذي يتعلّم من الأمثلة، من الآلات التي تتبع القواعد فقط.</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نكتشف الذكاء الاصطناعي في يومنا: لوحات المفاتيح والرسائل الصوتية وفتح الهاتف بالوجه والخرائط والفيديو وفلاتر الرسائل المزعجة.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نوضّح أن الذكاء الاصطناعي يتوقّع، ولا يفكّر ولا يشعر كما يفعل الإنسان.</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الذكاء الاصطناعي من حولك،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تذكّر</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بعض الآلات تتبع فقط قواعد كتبها إنسان، ولا تتعلّم أبدًا.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يتعلّم الذكاء الاصطناعي الأنماط من الأمثلة ويقدّم توقّعات: أفضل تخمين، عن المستقبل أو عن الحاضر.</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الذكاء الاصطناعي يتوقّع، لكنه لا يفكّر ولا يشعر. وقد تخطئ تخميناته، فتبقى أنت صاحب القرار.</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الذكاء الاصطناعي من حولك،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يتعلّم أم يتبع قاعدة؟ لعبة الفرز</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التمهيد (٣ دقائق): يذكر كل واحد تطبيقًا أو آلة استخدمها اليوم.</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الفرز (٨ دقائق): افرزوا ١٢ بطاقة إلى «تتعلّم من الأمثلة» و«تتبع قاعدة».</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الشرح (٦ دقائق): قولوا ماذا تتوقّع كل بطاقة من بطاقات الذكاء الاصطناعي.</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الكلمة التالية (٥ دقائق): كوّنوا جملة بصوت عالٍ، كلمة محتملة من كل واحد.</a:t>
            </a:r>
            <a:endParaRPr lang="ar-SA" sz="2100" dirty="0"/>
          </a:p>
          <a:p>
            <a:pPr rtl="1" algn="r" marL="342900" indent="-342900">
              <a:spcAft>
                <a:spcPts val="1100"/>
              </a:spcAft>
              <a:buSzPct val="100000"/>
              <a:buFont typeface="+mj-lt"/>
              <a:buAutoNum type="arabicPeriod" startAt="1"/>
            </a:pPr>
            <a:r>
              <a:rPr lang="ar-SA" altLang="en-US" sz="2100" dirty="0">
                <a:solidFill>
                  <a:srgbClr val="1E1A33"/>
                </a:solidFill>
                <a:latin typeface="Arial" pitchFamily="34" charset="0"/>
                <a:ea typeface="Arial" pitchFamily="34" charset="-122"/>
                <a:cs typeface="Arial" pitchFamily="34" charset="-120"/>
              </a:rPr>
              <a:t>الختام (٣ دقائق): يكتب كل واحد شيئًا لا يستطيع الذكاء الاصطناعي فعله.</a:t>
            </a:r>
            <a:endParaRPr lang="ar-SA" sz="21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200" b="1" dirty="0">
                <a:solidFill>
                  <a:srgbClr val="1E1A33"/>
                </a:solidFill>
                <a:latin typeface="Arial" pitchFamily="34" charset="0"/>
                <a:ea typeface="Arial" pitchFamily="34" charset="-122"/>
                <a:cs typeface="Arial" pitchFamily="34" charset="-120"/>
              </a:rPr>
              <a:t>جهّزوا ١٢ بطاقة قبل البدء: اقتراحات لوحة المفاتيح، وتحويل الرسائل الصوتية إلى نص، وفتح الهاتف بالوجه، وتحذيرات الزحام في الخرائط، واقتراحات الفيديو، وفلتر الرسائل المزعجة، والآلة الحاسبة، والمنبّه، ومؤقّت مصباح الشارع، ومؤقّت الميكروويف، وجرس المدرسة، وجهاز التحكّم في التلفاز. لا توجد بطاقات؟ قولوها بصوت عالٍ وأشيروا يمينًا أو يسارًا.</a:t>
            </a:r>
            <a:endParaRPr lang="ar-SA"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الذكاء الاصطناعي من حولك،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 أدوات الذكاء الاصطناعي استخدمت أكثر اليوم، وماذا توقّعت؟</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هل تعرف آلة تبدو ذكية لكنها تتبع قاعدة فقط؟</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لماذا يهمّ أن الذكاء الاصطناعي يتوقّع ولا يفهم؟</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الذكاء الاصطناعي من حولك،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اذكر آلة تتبع قاعدة وأخرى تتعلّم، وقل ماذا تتوقّع الآلة التي تتعلّم.</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الذكاء الاصطناعي من حولك</dc:title>
  <dc:subject>PptxGenJS Presentation</dc:subject>
  <dc:creator>Darsi</dc:creator>
  <cp:lastModifiedBy>Darsi</cp:lastModifiedBy>
  <cp:revision>1</cp:revision>
  <dcterms:created xsi:type="dcterms:W3CDTF">2026-10-28T14:43:26Z</dcterms:created>
  <dcterms:modified xsi:type="dcterms:W3CDTF">2026-10-28T14:43:26Z</dcterms:modified>
</cp:coreProperties>
</file>