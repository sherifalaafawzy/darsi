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AI all around you · 1</a:t>
            </a:r>
            <a:endParaRPr lang="en-GB" sz="1100" dirty="0"/>
          </a:p>
        </p:txBody>
      </p:sp>
      <p:sp>
        <p:nvSpPr>
          <p:cNvPr id="5" name="Shape 2"/>
          <p:cNvSpPr/>
          <p:nvPr/>
        </p:nvSpPr>
        <p:spPr>
          <a:xfrm>
            <a:off x="813816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8961120" y="2103120"/>
            <a:ext cx="1828800" cy="1828800"/>
          </a:xfrm>
          <a:prstGeom prst="rect">
            <a:avLst/>
          </a:prstGeom>
        </p:spPr>
      </p:pic>
      <p:sp>
        <p:nvSpPr>
          <p:cNvPr id="7" name="Text 3"/>
          <p:cNvSpPr/>
          <p:nvPr/>
        </p:nvSpPr>
        <p:spPr>
          <a:xfrm>
            <a:off x="640080" y="1828800"/>
            <a:ext cx="7223760" cy="1828800"/>
          </a:xfrm>
          <a:prstGeom prst="rect">
            <a:avLst/>
          </a:prstGeom>
          <a:noFill/>
          <a:ln/>
        </p:spPr>
        <p:txBody>
          <a:bodyPr wrap="square" rtlCol="0" anchor="ctr"/>
          <a:lstStyle/>
          <a:p>
            <a:pPr algn="l" indent="0" marL="0">
              <a:buNone/>
            </a:pPr>
            <a:r>
              <a:rPr lang="en-GB" altLang="en-US" sz="5400" b="1" dirty="0">
                <a:solidFill>
                  <a:srgbClr val="1E1A33"/>
                </a:solidFill>
                <a:latin typeface="Arial" pitchFamily="34" charset="0"/>
                <a:ea typeface="Arial" pitchFamily="34" charset="-122"/>
                <a:cs typeface="Arial" pitchFamily="34" charset="-120"/>
              </a:rPr>
              <a:t>AI all around you</a:t>
            </a:r>
            <a:endParaRPr lang="en-GB" sz="5400" dirty="0"/>
          </a:p>
        </p:txBody>
      </p:sp>
      <p:sp>
        <p:nvSpPr>
          <p:cNvPr id="8" name="Text 4"/>
          <p:cNvSpPr/>
          <p:nvPr/>
        </p:nvSpPr>
        <p:spPr>
          <a:xfrm>
            <a:off x="640080" y="3749040"/>
            <a:ext cx="7223760" cy="548640"/>
          </a:xfrm>
          <a:prstGeom prst="rect">
            <a:avLst/>
          </a:prstGeom>
          <a:noFill/>
          <a:ln/>
        </p:spPr>
        <p:txBody>
          <a:bodyPr wrap="square" rtlCol="0" anchor="ctr"/>
          <a:lstStyle/>
          <a:p>
            <a:pPr algn="l" indent="0" marL="0">
              <a:buNone/>
            </a:pPr>
            <a:r>
              <a:rPr lang="en-GB" altLang="en-US" sz="2200" b="1" dirty="0">
                <a:solidFill>
                  <a:srgbClr val="7A5000"/>
                </a:solidFill>
                <a:latin typeface="Arial" pitchFamily="34" charset="0"/>
                <a:ea typeface="Arial" pitchFamily="34" charset="-122"/>
                <a:cs typeface="Arial" pitchFamily="34" charset="-120"/>
              </a:rPr>
              <a:t>AI · Level 1 · Lesson 1</a:t>
            </a:r>
            <a:endParaRPr lang="en-GB"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AI all around you · 2</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Today we will</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Tell AI, which learns from examples, from machines that only follow rules.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Spot AI in your own day: keyboards, voice notes, face unlock, maps, videos and spam filters.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Explain that AI predicts: it doesn’t think or feel like a person.</a:t>
            </a:r>
            <a:endParaRPr lang="en-GB"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AI all around you · 3</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Remember</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Some machines only follow rules a person wrote, and they never learn.</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AI learns patterns from examples and makes predictions: best guesses, about the future or about now.</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AI predicts, but it doesn’t think or feel. Its guesses can be wrong, so you stay in charge.</a:t>
            </a:r>
            <a:endParaRPr lang="en-GB"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AI all around you · 4</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Learns or follows a rule? A sorting game</a:t>
            </a:r>
            <a:endParaRPr lang="en-GB" sz="3800" dirty="0"/>
          </a:p>
        </p:txBody>
      </p:sp>
      <p:sp>
        <p:nvSpPr>
          <p:cNvPr id="6" name="Text 3"/>
          <p:cNvSpPr/>
          <p:nvPr/>
        </p:nvSpPr>
        <p:spPr>
          <a:xfrm>
            <a:off x="822960" y="1691640"/>
            <a:ext cx="7223760" cy="4206240"/>
          </a:xfrm>
          <a:prstGeom prst="rect">
            <a:avLst/>
          </a:prstGeom>
          <a:noFill/>
          <a:ln/>
        </p:spPr>
        <p:txBody>
          <a:bodyPr wrap="square" rtlCol="0" anchor="t"/>
          <a:lstStyle/>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Warm-up (3 min): Each person names one app or machine they used today.</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Sort (8 min): Sort 12 cards into “learns from examples” and “follows a rule”.</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Explain (6 min): For every AI card, say what it predicts.</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Next word (5 min): Build a sentence aloud, one likely word each.</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Wrap-up (3 min): Each person writes one thing AI can’t do.</a:t>
            </a:r>
            <a:endParaRPr lang="en-GB" sz="2100" dirty="0"/>
          </a:p>
        </p:txBody>
      </p:sp>
      <p:sp>
        <p:nvSpPr>
          <p:cNvPr id="7" name="Shape 4"/>
          <p:cNvSpPr/>
          <p:nvPr/>
        </p:nvSpPr>
        <p:spPr>
          <a:xfrm>
            <a:off x="832104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8458200" y="1874520"/>
            <a:ext cx="2971800" cy="3840480"/>
          </a:xfrm>
          <a:prstGeom prst="rect">
            <a:avLst/>
          </a:prstGeom>
          <a:noFill/>
          <a:ln/>
        </p:spPr>
        <p:txBody>
          <a:bodyPr wrap="square" rtlCol="0" anchor="ctr"/>
          <a:lstStyle/>
          <a:p>
            <a:pPr algn="ctr" indent="0" marL="0">
              <a:buNone/>
            </a:pPr>
            <a:r>
              <a:rPr lang="en-GB" altLang="en-US" sz="1200" b="1" dirty="0">
                <a:solidFill>
                  <a:srgbClr val="1E1A33"/>
                </a:solidFill>
                <a:latin typeface="Arial" pitchFamily="34" charset="0"/>
                <a:ea typeface="Arial" pitchFamily="34" charset="-122"/>
                <a:cs typeface="Arial" pitchFamily="34" charset="-120"/>
              </a:rPr>
              <a:t>Make 12 cards before you start: keyboard suggestions, voice notes to text, face unlock, map traffic warnings, video suggestions, spam filter, calculator, alarm clock, street light timer, microwave timer, school bell, TV remote. No cards? Say them aloud and point left or right.</a:t>
            </a: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AI all around you · 5</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Let’s discuss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Which AI did you use most today, and what did it predict?</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Can you think of a machine that looks clever but only follows a rule?</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Why does it matter that AI predicts instead of understanding?</a:t>
            </a:r>
            <a:endParaRPr lang="en-GB"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AI all around you · 6</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Exit ticket</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Name one machine that follows a rule and one that learns, and say what the learner predicts.</a:t>
            </a:r>
            <a:endParaRPr lang="en-GB"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all around you</dc:title>
  <dc:subject>PptxGenJS Presentation</dc:subject>
  <dc:creator>Darsi</dc:creator>
  <cp:lastModifiedBy>Darsi</cp:lastModifiedBy>
  <cp:revision>1</cp:revision>
  <dcterms:created xsi:type="dcterms:W3CDTF">2026-10-28T14:43:25Z</dcterms:created>
  <dcterms:modified xsi:type="dcterms:W3CDTF">2026-10-28T14:43:25Z</dcterms:modified>
</cp:coreProperties>
</file>