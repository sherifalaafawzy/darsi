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أساسيات الذكاء الاصطناعي: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أساسيات الذكاء الاصطناعي: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أساسيات الذكاء الاصطناعي: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الذكاء الاصطناعي من حولك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تتعلّم الآلات من الأمثلة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جيدة، ذكاء اصطناعي منصف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قبل أن تثق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أساسيات الذكاء الاصطناعي: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الذكاء الاصطناعي، وما الذي ليس منه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الأمثلة المصنّفة إلى التوقّعات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يعمل الذكاء الاصطناعي مع بعض الناس أفضل من غيرهم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يبدو الذكاء الاصطناعي واثقًا — ومع ذلك يخطئ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أساسيات الذكاء الاصطناعي: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قسّم الطلاب إلى فرق من أربعة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السبّورة ليوم الغد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أساسيات الذكاء الاصطناعي: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ستخبر عائلتك عن هذه الوحدة؟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أساسيات الذكاء الاصطناعي: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أساسيات الذكاء الاصطناعي: اختبار الوحدة</dc:title>
  <dc:subject>PptxGenJS Presentation</dc:subject>
  <dc:creator>Darsi</dc:creator>
  <cp:lastModifiedBy>Darsi</cp:lastModifiedBy>
  <cp:revision>1</cp:revision>
  <dcterms:created xsi:type="dcterms:W3CDTF">2026-10-27T22:35:03Z</dcterms:created>
  <dcterms:modified xsi:type="dcterms:W3CDTF">2026-10-27T22:35:03Z</dcterms:modified>
</cp:coreProperties>
</file>