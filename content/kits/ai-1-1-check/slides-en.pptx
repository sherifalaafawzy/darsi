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basics: review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1 · Unit check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this unit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AI around you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machines learn from examples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data, fair AI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before you trust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is — and what it isn’t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labelled examples to predictions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can work better for some people than others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can sound sure — and still be wrong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quiz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teams of four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each question aloud; teams agree on one answer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Reveal the answer and ask one team to explain why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hardest question on the board for tomorrow</a:t>
            </a:r>
            <a:endParaRPr lang="en-GB" sz="2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idea will you use first?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question surprised you,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will you tell your family about this unit?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AI basics: unit check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idea I will use, and when I will use it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basics: unit check</dc:title>
  <dc:subject>PptxGenJS Presentation</dc:subject>
  <dc:creator>Darsi</dc:creator>
  <cp:lastModifiedBy>Darsi</cp:lastModifiedBy>
  <cp:revision>1</cp:revision>
  <dcterms:created xsi:type="dcterms:W3CDTF">2026-10-27T22:35:03Z</dcterms:created>
  <dcterms:modified xsi:type="dcterms:W3CDTF">2026-10-27T22:35:03Z</dcterms:modified>
</cp:coreProperties>
</file>