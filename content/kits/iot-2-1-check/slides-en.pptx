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Circuits and microcontrollers: unit check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Circuits and microcontrollers: review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2 · Unit check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Circuits and microcontrollers: unit check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unit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Current, LEDs and resistors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Logic: switches that decide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and bytes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Microcontrollers: sense, decide, act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Circuits and microcontrollers: unit check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needs a closed loop; an LED needs a resistor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AND, OR and NOT build every rule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store every number, letter and reading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Read, decide, act, wait: the microcontroller's loop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Circuits and microcontrollers: unit check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quiz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teams of four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each question aloud; teams agree on one answer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 the answer and ask one team to explain why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hardest question on the board for tomorrow</a:t>
            </a:r>
            <a:endParaRPr lang="en-GB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Circuits and microcontrollers: unit check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idea will you use first?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question surprised you,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your pupils build or measure first?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Circuits and microcontrollers: unit check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idea I will use, and when I will use it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Circuits and microcontrollers: unit check</dc:title>
  <dc:subject>PptxGenJS Presentation</dc:subject>
  <dc:creator>Darsi</dc:creator>
  <cp:lastModifiedBy>Darsi</cp:lastModifiedBy>
  <cp:revision>1</cp:revision>
  <dcterms:created xsi:type="dcterms:W3CDTF">2026-10-28T06:24:17Z</dcterms:created>
  <dcterms:modified xsi:type="dcterms:W3CDTF">2026-10-28T06:24:17Z</dcterms:modified>
</cp:coreProperties>
</file>