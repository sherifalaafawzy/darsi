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الدوائر الكهربائية والمتحكّمات الدقيقة: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التيار والصمامات الضوئية والمقاومات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المنطق: مفاتيح تتخذ القرار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البتات والبايتات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المتحكّمات الدقيقة: استشعر، قرّر، نفّذ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التيار يحتاج إلى دائرة مغلقة، والصمام الضوئي يحتاج إلى مقاومة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وOR وNOT تبني كل قاعدة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البتات تخزّن كل عدد وحرف وقراءة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قرّر، نفّذ، انتظر: حلقة المتحكّم الدقيق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 طلاب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سيبني طلابك أو يقيسون أولًا؟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الدوائر الكهربائية والمتحكّمات الدقيقة: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الدوائر الكهربائية والمتحكّمات الدقيقة: اختبار الوحدة</dc:title>
  <dc:subject>PptxGenJS Presentation</dc:subject>
  <dc:creator>Darsi</dc:creator>
  <cp:lastModifiedBy>Darsi</cp:lastModifiedBy>
  <cp:revision>1</cp:revision>
  <dcterms:created xsi:type="dcterms:W3CDTF">2026-10-28T06:24:18Z</dcterms:created>
  <dcterms:modified xsi:type="dcterms:W3CDTF">2026-10-28T06:24:18Z</dcterms:modified>
</cp:coreProperties>
</file>