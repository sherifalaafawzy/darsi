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 device that remembers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device that remembers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3 · Lesson 3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 device that remembers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how often a device should take readings for a job.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every reading is a little wrong, and how averaging helps and costs.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 data log with times and units.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 device that remembers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Read, store, trust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faster than it changes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reading wobbles a little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Averaging: calmer, but later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Time, unit and place on every row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 device that remembers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a data logger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what to measure, and where.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 table: date, time, reading, unit, place.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reading every hour for one day.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 chart of the day.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any reading that can't be right.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6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thermometer in the shade, never in direct sun. Never look straight at the sun when you measure shadows, and don't leave a phone in hot sun.</a:t>
            </a:r>
            <a:endParaRPr lang="en-GB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 device that remembers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make your readings a little wrong?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would one reading a day be enough, and when would it be far too few?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keep the raw data after you've cleaned it?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 device that remembers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yourself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 job that needs a reading every few seconds, and one that needs one a day.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device that remembers</dc:title>
  <dc:subject>PptxGenJS Presentation</dc:subject>
  <dc:creator>Darsi</dc:creator>
  <cp:lastModifiedBy>Darsi</cp:lastModifiedBy>
  <cp:revision>1</cp:revision>
  <dcterms:created xsi:type="dcterms:W3CDTF">2026-10-28T14:44:18Z</dcterms:created>
  <dcterms:modified xsi:type="dcterms:W3CDTF">2026-10-28T14:44:18Z</dcterms:modified>
</cp:coreProperties>
</file>