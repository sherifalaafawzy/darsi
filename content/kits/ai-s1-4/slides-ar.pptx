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عندما يخطئ الذكاء الاصطناعي،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يخطئ الذكاء الاصطناعي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عندما يخطئ الذكاء الاصطناعي،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نميّز الإنذار الكاذب من الحالة الفائتة.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أن الناس يختارون أيّ الخطأين أهم، وأن الفجوات في البيانات تسبّب الأخطاء.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نتحقّق ونسأل إنسانًا ونبلّغ حين يخطئ الذكاء الاصطناعي.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عندما يخطئ الذكاء الاصطناعي،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الإنذار الكاذب: يُنبَّه إلى شيء غير ضار. والحالة الفائتة: يمرّ شيء حقيقي دون أن يُكتشف.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تحريك العتبة يستبدل خطأً بآخر، والناس يقرّرون أيّ الخطأين أهم.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يخطئ الذكاء الاصطناعي: تحقّق، واسأل إنسانًا، وبلّغ.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عندما يخطئ الذكاء الاصطناعي،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أنت الفلتر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شارك موقفًا أخطأ فيه تطبيق ما.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الكتابة (٥ دقائق): اكتبوا ١٠ رسائل قصيرة، بعضها حقيقي وبعضها احتيال.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الفلترة (٨ دقائق): يصنّف أحدكم كل رسالة «مزعجة» أو «آمنة»، ويحسب الباقون الإنذارات الكاذبة والحالات الفائتة.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تحريك الخط (٦ دقائق): العبوا مرة أخرى، متشدّدين جدًا ثم متساهلين جدًا، وقارنوا الأعداد.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(٤ دقائق): اتفقوا على أيّ الخطأين أهم في رسائل المدرسة، ولماذا.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تحتاجون إلى ١٠ قصاصات ورق وقلم. اكتبوا الإجابة (حقيقية أو احتيال) على ظهر كل قصاصة قبل البدء، واستخدموا أسماء وأرقامًا مُختلَقة فقط.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عندما يخطئ الذكاء الاصطناعي،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فلتر رسائل المدرسة، أيّ الخطأين أسوأ: الإنذار الكاذب أم الحالة الفائتة؟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أصوات مَن أو لغات مَن قد تعرفها أداة ذكاء اصطناعي قريبة منك أقل من غيرها؟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بلّغت يومًا تطبيقًا عن خطأ؟ ماذا حدث؟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عندما يخطئ الذكاء الاصطناعي،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مثالًا واحدًا على إنذار كاذب، ومثالًا على حالة فائتة.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عندما يخطئ الذكاء الاصطناعي</dc:title>
  <dc:subject>PptxGenJS Presentation</dc:subject>
  <dc:creator>Darsi</dc:creator>
  <cp:lastModifiedBy>Darsi</cp:lastModifiedBy>
  <cp:revision>1</cp:revision>
  <dcterms:created xsi:type="dcterms:W3CDTF">2026-10-28T14:43:28Z</dcterms:created>
  <dcterms:modified xsi:type="dcterms:W3CDTF">2026-10-28T14:43:28Z</dcterms:modified>
</cp:coreProperties>
</file>