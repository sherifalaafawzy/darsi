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AI gets it wrong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gets it wrong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AI gets it wrong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 false alarm from a miss.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that people choose which mistake matters more, and that gaps in the data cause mistakes.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Check, ask a person and report when AI gets it wrong.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AI gets it wrong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alarm: something harmless is flagged. Miss: something real slips through.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the threshold trades one mistake for the other, and people decide which matters more.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is wrong: check, ask a person, report it.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AI gets it wrong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filter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Share one time an app got something wrong.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(5 min): Write 10 short messages, some real and some scams.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(8 min): One person calls each message “spam” or “safe”; the others count false alarms and misses.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line (6 min): Play again, first very strict, then very relaxed, and compare the counts.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(4 min): Agree which mistake matters more for school messages, and why.</a:t>
            </a:r>
            <a:endParaRPr lang="en-GB" sz="19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10 slips of paper and a pen. Write the answer (real or scam) on the back of each slip before you start, and use made-up names and numbers only.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AI gets it wrong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school message filter, which mistake is worse: a false alarm or a miss?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voices or languages might an AI tool near you know least?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ever reported a mistake to an app? What happened?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AI gets it wrong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example of a false alarm and one of a miss.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AI gets it wrong</dc:title>
  <dc:subject>PptxGenJS Presentation</dc:subject>
  <dc:creator>Darsi</dc:creator>
  <cp:lastModifiedBy>Darsi</cp:lastModifiedBy>
  <cp:revision>1</cp:revision>
  <dcterms:created xsi:type="dcterms:W3CDTF">2026-10-28T14:43:28Z</dcterms:created>
  <dcterms:modified xsi:type="dcterms:W3CDTF">2026-10-28T14:43:28Z</dcterms:modified>
</cp:coreProperties>
</file>