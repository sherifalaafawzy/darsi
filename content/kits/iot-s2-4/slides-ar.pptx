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تعرّف على المتحكّم الدقيق،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تعرّف على المتحكّم الدقيق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٢، الدرس ٤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تعرّف على المتحكّم الدقيق،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تقول ما المتحكّم الدقيق، وأين تجده.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برنامجًا يقرأ مستشعرًا ويقرّر وينفّذ، مرة بعد مرة.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تكتب برنامج مصباح ليلي بالقطع البرمجية أو بمخطط انسيابي.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تعرّف على المتحكّم الدقيق،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اقرأ، قرّر، نفّذ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حاسوب على شريحة واحدة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مدخلات إلى الداخل، ومخرجات إلى الخارج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 مرة واحدة، ثم حلقة إلى الأبد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أنت تختار العتبة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تعرّف على المتحكّم الدقيق،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المصباح الليلي بثلاث طرق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ارسم المخطط الانسيابي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مثّله بمصباح يدوي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ابنِه في MakeCode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اختبره بمنزلق الضوء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عتبتك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شغّل لوحة micro:bit من منفذ USB أو من علبة بطارياتها فقط، ولا تشغّلها من كهرباء الشبكة أبدًا. واستأذن قبل أن تستعمل هاتف الأسرة أو حاسوبها.</a:t>
            </a:r>
            <a:endParaRPr lang="ar-SA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تعرّف على المتحكّم الدقيق،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الأجهزة من حولك تدير حلقة كهذه؟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من المفيد أن تكون العتبة عددًا تستطيع تغييره؟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قد يخطئ لو كان مستشعر الضوء بجوار الصمام مباشرةً؟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تعرّف على المتحكّم الدقيق،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نفسك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يحدث لبرنامج مصباح ليلي ليس فيه حلقة تكرارية؟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تعرّف على المتحكّم الدقيق</dc:title>
  <dc:subject>PptxGenJS Presentation</dc:subject>
  <dc:creator>Darsi</dc:creator>
  <cp:lastModifiedBy>Darsi</cp:lastModifiedBy>
  <cp:revision>1</cp:revision>
  <dcterms:created xsi:type="dcterms:W3CDTF">2026-10-28T14:44:14Z</dcterms:created>
  <dcterms:modified xsi:type="dcterms:W3CDTF">2026-10-28T14:44:14Z</dcterms:modified>
</cp:coreProperties>
</file>