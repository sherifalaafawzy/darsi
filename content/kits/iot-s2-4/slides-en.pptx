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Meet the microcontroller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microcontroller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Meet the microcontroller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a microcontroller is and where you find 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 program that reads a sensor, decides and acts, again and again.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night-light program as blocks or a flowchart.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Meet the microcontroller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decide, act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on one chip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in, outputs out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once, then loop forever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the threshold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Meet the microcontroller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light, three ways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flowchart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it out with a torch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in MakeCode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with the light slider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threshold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the micro:bit from USB or its own battery pack only, never from mains. Ask before you use a family phone or computer.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Meet the microcontroller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devices around you run a loop like this?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useful that the threshold is a number you can change?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 if the light sensor sat right next to the LED?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Meet the microcontroller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a night-light program with no loop?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the microcontroller</dc:title>
  <dc:subject>PptxGenJS Presentation</dc:subject>
  <dc:creator>Darsi</dc:creator>
  <cp:lastModifiedBy>Darsi</cp:lastModifiedBy>
  <cp:revision>1</cp:revision>
  <dcterms:created xsi:type="dcterms:W3CDTF">2026-10-28T14:44:14Z</dcterms:created>
  <dcterms:modified xsi:type="dcterms:W3CDTF">2026-10-28T14:44:14Z</dcterms:modified>
</cp:coreProperties>
</file>