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attacks work, and how to defend: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attacks work, and how to defend: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attacks work, and how to defend: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Malware: how it gets in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engineering: hacking people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on passwords, and the defences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messages: encryption basics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attacks work, and how to defend: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malware is invited in: official store, updates, backups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Tricks play on feelings: pause, check another way, say no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uniqueness beat guessing and leaks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is strong; keep your keys secret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attacks work, and how to defend: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Defender’s map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(5 min): Your phone in the middle, four attacks around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(8 min): Write the defence for each attack.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(4 min): Tick the defences you already have.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(3 min): Circle one to set up this week.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map: it’s a checklist you can show someone at home.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attacks work, and how to defend: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attack in this unit is most likely to reach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defence protects against more than one attack?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at home would you most like to teach, and what?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attacks work, and how to defend: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defence I’ll set up this week, and when.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attacks work, and how to defend: unit check</dc:title>
  <dc:subject>PptxGenJS Presentation</dc:subject>
  <dc:creator>Darsi</dc:creator>
  <cp:lastModifiedBy>Darsi</cp:lastModifiedBy>
  <cp:revision>1</cp:revision>
  <dcterms:created xsi:type="dcterms:W3CDTF">2026-10-28T14:44:00Z</dcterms:created>
  <dcterms:modified xsi:type="dcterms:W3CDTF">2026-10-28T14:44:00Z</dcterms:modified>
</cp:coreProperties>
</file>