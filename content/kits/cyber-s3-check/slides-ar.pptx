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الهجمات، وكيف تدافع عن نفسك: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تعمل الهجمات، وكيف تدافع عن نفسك: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الهجمات، وكيف تدافع عن نفسك: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البرامج الخبيثة: كيف تدخل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 الاجتماعية: اختراق البشر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الهجمات على كلمات المرور، والدفاعات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سرّية: أساسيات التشفير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الهجمات، وكيف تدافع عن نفسك: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معظم البرامج الخبيثة تُدعى إلى الجهاز: المتجر الرسمي، والتحديثات، والنسخ الاحتياطية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الحيل تلعب على المشاعر: تمهّل، وتحقّق بطريقة أخرى، وقل لا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الطول والاختلاف يهزمان التخمين والتسريبات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التشفير قوي، فاحفظ مفاتيحك سرًّا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الهجمات، وكيف تدافع عن نفسك: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المدافع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الرسم (٥ دقائق): هاتفك في الوسط، وحوله أربع هجمات.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الدفاع (٨ دقائق): اكتب الدفاع أمام كل هجوم.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التحقّق (٤ دقائق): ضع علامة على الدفاعات الموجودة لديك.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(٣ دقائق): ضع دائرة حول دفاع واحد تفعّله هذا الأسبوع.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احتفظ بالخريطة: فهي قائمة تحقّق تستطيع أن تعرضها على أحد في البيت.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الهجمات، وكيف تدافع عن نفسك: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هجوم في هذه الوحدة هو الأرجح أن يصل إليك،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دفاع يحمي من أكثر من هجوم واحد؟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في البيت تودّ أن تعلّمه أكثر، وماذا ستعلّمه؟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تعمل الهجمات، وكيف تدافع عن نفسك: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الدفاع الواحد الذي سأفعّله هذا الأسبوع، ومتى.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تعمل الهجمات، وكيف تدافع عن نفسك: اختبار الوحدة</dc:title>
  <dc:subject>PptxGenJS Presentation</dc:subject>
  <dc:creator>Darsi</dc:creator>
  <cp:lastModifiedBy>Darsi</cp:lastModifiedBy>
  <cp:revision>1</cp:revision>
  <dcterms:created xsi:type="dcterms:W3CDTF">2026-10-28T14:44:00Z</dcterms:created>
  <dcterms:modified xsi:type="dcterms:W3CDTF">2026-10-28T14:44:00Z</dcterms:modified>
</cp:coreProperties>
</file>