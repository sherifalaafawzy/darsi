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IF/THEN: rules that act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IF/THEN: rules that act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IF/THEN: rules that act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automation rules as IF condition THEN action, with sensible thresholds.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thresholds so devices don't flicker, and make the system fail safe.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rules against a day of data and judge comfort against energy.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IF/THEN: rules that act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act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condition, THEN an action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thresholds from logged data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thresholds stop flicker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sensor fails, fail safe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IF/THEN: rules that act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cards through a school day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When should our fan run? Collect rules.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IF/THEN, thresholds and the flicker problem.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the day (12 min): Read out readings; devices stand when on.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it (10 min): Two thresholds, and a plan for a silent sensor.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Write one rule for a real school device.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class, write a day of readings on the board or a chart (time, temperature, light, tank level), with a stretch that wobbles around 30 °C and one hour when the tank sensor is silent. Pupils act the devices: no mains appliances are switched in class.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IF/THEN: rules that act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school device would you automate first,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choose the balance between comfort and electricity?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happen when a sensor goes silent at night?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IF/THEN: rules that act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two-threshold rule for the tank pump, and say what it does if the sensor goes silent.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IF/THEN: rules that act</dc:title>
  <dc:subject>PptxGenJS Presentation</dc:subject>
  <dc:creator>Darsi</dc:creator>
  <cp:lastModifiedBy>Darsi</cp:lastModifiedBy>
  <cp:revision>1</cp:revision>
  <dcterms:created xsi:type="dcterms:W3CDTF">2026-10-28T12:56:16Z</dcterms:created>
  <dcterms:modified xsi:type="dcterms:W3CDTF">2026-10-28T12:56:16Z</dcterms:modified>
</cp:coreProperties>
</file>