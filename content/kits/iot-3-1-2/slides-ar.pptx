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«إذا/فإن»: قواعد تتحكّم في الأجهزة،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«إذا/فإن»: قواعد تتحكّم في الأجهزة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٣،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«إذا/فإن»: قواعد تتحكّم في الأجهزة،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نكتب قواعد الأتمتة على صورة «إذا تحقّق الشرط فنفّذ الفعل»، بعتبات معقولة.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نستعمل عتبتين كي لا تتقطّع الأجهزة بين التشغيل والإيقاف، ونجعل النظام يتوقف بأمان عند العطل.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نختبر القواعد على بيانات يوم كامل، ونوازن بين الراحة والطاقة.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«إذا/فإن»: قواعد تتحكّم في الأجهزة،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تتحكّم في الأجهزة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تحقّق الشرط، فنفّذ الفعل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العتبات من البيانات المسجّلة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العتبتان توقفان التقطّع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حين يتعطّل المستشعر، توقّف بأمان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«إذا/فإن»: قواعد تتحكّم في الأجهزة،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القواعد خلال يوم دراسي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تمهيد (٥ دقائق): متى يجب أن تعمل مروحتنا؟ اجمع القواعد.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«إذا/فإن»، والعتبات، ومشكلة التقطّع.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تمثيل اليوم (١٢ دقيقة): اقرأ القراءات، وتقف الأجهزة حين تعمل.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الإصلاح (١٠ دقائق): عتبتان، وخطة للمستشعر الصامت.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اكتب قاعدة واحدة لجهاز حقيقي في المدرسة.</a:t>
            </a:r>
            <a:endParaRPr lang="ar-SA" sz="2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الحصة، اكتب قراءات يوم كامل على السبورة أو على لوحة (الوقت والحرارة والضوء ومستوى الخزان)، وفيها مقطع يتذبذب حول ٣٠ °س، وساعة يصمت فيها مستشعر الخزان. والطلاب يمثّلون الأجهزة، فلا يُشغَّل أي جهاز موصول بكهرباء الشبكة في الصف.</a:t>
            </a:r>
            <a:endParaRPr lang="ar-SA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«إذا/فإن»: قواعد تتحكّم في الأجهزة،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جهاز في المدرسة ستؤتمته أولًا،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ينبغي أن يختار التوازن بين الراحة والكهرباء؟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ينبغي أن يحدث حين يصمت مستشعر في الليل؟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«إذا/فإن»: قواعد تتحكّم في الأجهزة،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قاعدة بعتبتين لمضخة الخزان، وقل ماذا تفعل إذا صمت المستشعر.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«إذا/فإن»: قواعد تتحكّم في الأجهزة</dc:title>
  <dc:subject>PptxGenJS Presentation</dc:subject>
  <dc:creator>Darsi</dc:creator>
  <cp:lastModifiedBy>Darsi</cp:lastModifiedBy>
  <cp:revision>1</cp:revision>
  <dcterms:created xsi:type="dcterms:W3CDTF">2026-10-28T12:56:17Z</dcterms:created>
  <dcterms:modified xsi:type="dcterms:W3CDTF">2026-10-28T12:56:17Z</dcterms:modified>
</cp:coreProperties>
</file>