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البتات والبايتات،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البتات والبايتات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البتات والبايتات،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نعدّ بالنظام الثنائي باستخدام القيم المكانية، من ٠ إلى ٢٥٥.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تعطي البتات الأكثر قراءات أدق (١٠ بتات تعطي ١٬٠٢٤ مستوى).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نقدّر حجم البيانات في قراءة واحدة، وفي رسالة، وفي صورة.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البتات والبايتات،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العدّ بالمفاتيح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البتّ ١ أو ٠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كل خانة الضعف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 بتات = ١ بايت = من ٠ إلى ٢٥٥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بتات أكثر: قراءات أدق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البتات والبايتات،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النقاط الثنائية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قارن رسالة SMS عربية بإنجليزية في الطول نفسه.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البتات، والقيم المكانية، وقراءة ١٠١ و١١٠.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البطاقات (١٢ دقيقة): تصنع المجموعات خمس بطاقات نقاط وتتسابق لعرض الأعداد.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 (١٠ دقائق): يكتب الطلاب أعمارهم بالثنائي ويتحقّقون من عمل زملائهم.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لماذا لا يحمل بايت واحد العدد ٣٠٠؟</a:t>
            </a:r>
            <a:endParaRPr lang="ar-SA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اصنع مجموعة بطاقات واحدة لتعرضها على الصف. ويجب أن تُرى النقاط بوضوح من آخر الصف: النقاط الست عشرة تتّسع في شبكة ٤ × ٤.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البتات والبايتات،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يصادف طلابك البتات والبايتات في حياتهم اليومية؟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تحسب باقات الإنترنت الميغابايتات لا الرسائل؟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يحتاج مستشعر إلى بتات أكثر؟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البتات والبايتات،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١٣ بالنظام الثنائي، وقل لماذا تتوقّف ثمانية بتات عند ٢٥٥.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البتات والبايتات</dc:title>
  <dc:subject>PptxGenJS Presentation</dc:subject>
  <dc:creator>Darsi</dc:creator>
  <cp:lastModifiedBy>Darsi</cp:lastModifiedBy>
  <cp:revision>1</cp:revision>
  <dcterms:created xsi:type="dcterms:W3CDTF">2026-10-28T06:24:16Z</dcterms:created>
  <dcterms:modified xsi:type="dcterms:W3CDTF">2026-10-28T06:24:16Z</dcterms:modified>
</cp:coreProperties>
</file>