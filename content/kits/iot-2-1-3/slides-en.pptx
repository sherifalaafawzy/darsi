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Bits and bytes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and bytes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Bits and bytes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in binary with place values, from 0 to 255.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more bits give finer readings (10 bits give 1,024 levels).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how much data a reading, a message and a photo take.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Bits and bytes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with switches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bit is 1 or 0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place is worth double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 = 1 byte = 0 to 255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bits: finer readings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Bits and bytes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dot cards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Compare an Arabic and an English SMS of the same length.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Bits, place values, and reading 101 and 110.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(12 min): Groups make five dot cards and race to show numbers.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(10 min): Pupils write their age in binary and check a partner's.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Why can't one byte hold 300?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one set of cards to show the class. The dots must be clear from the back of the room: 16 dots fit in a 4 × 4 grid.</a:t>
            </a:r>
            <a:endParaRPr lang="en-GB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Bits and bytes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your pupils meet bits and bytes in daily life?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data bundles count megabytes, not messages?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sensor need more bits for?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Bits and bytes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13 in binary, and say why 8 bits stop at 255.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and bytes</dc:title>
  <dc:subject>PptxGenJS Presentation</dc:subject>
  <dc:creator>Darsi</dc:creator>
  <cp:lastModifiedBy>Darsi</cp:lastModifiedBy>
  <cp:revision>1</cp:revision>
  <dcterms:created xsi:type="dcterms:W3CDTF">2026-10-28T06:24:15Z</dcterms:created>
  <dcterms:modified xsi:type="dcterms:W3CDTF">2026-10-28T06:24:15Z</dcterms:modified>
</cp:coreProperties>
</file>