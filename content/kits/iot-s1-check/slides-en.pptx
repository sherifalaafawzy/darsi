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Things that sense: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that sense: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1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Things that sense: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course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that notice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sensors in your phone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it right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things, safely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Things that sense: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sensor notices one thing and turns it into a number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is full of sensors; a photo is a grid of numbers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measurement has a unit, a time and a place, and gets checked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things sense, decide and talk: keep them safe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Things that sense: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each question on paper first, without looking back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answers and read every explanation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the lab from the lesson you found hardest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big idea to a friend or someone at home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Things that sense: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surprised you most,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will you notice this at home or in town this week?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to build or try next?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Things that sense: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I can now explain, and one thing I want to try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Things that sense: unit check</dc:title>
  <dc:subject>PptxGenJS Presentation</dc:subject>
  <dc:creator>Darsi</dc:creator>
  <cp:lastModifiedBy>Darsi</cp:lastModifiedBy>
  <cp:revision>1</cp:revision>
  <dcterms:created xsi:type="dcterms:W3CDTF">2026-10-28T14:44:09Z</dcterms:created>
  <dcterms:modified xsi:type="dcterms:W3CDTF">2026-10-28T14:44:09Z</dcterms:modified>
</cp:coreProperties>
</file>