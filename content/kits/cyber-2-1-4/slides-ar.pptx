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واي فاي آمن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ما يراه صاحب شبكة الواي فاي.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ما يخفيه القفل (HTTPS)، وما لا يثبته.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متى نستخدم بيانات الهاتف بدل الواي فاي المجاني.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أقل على الواي فاي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صاحب الشبكة يرى المواقع التي تزورها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يخفي المحتوى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الشبكة لا يثبت شيئًا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 والدرجات: بيانات الهاتف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«ماذا يرى صاحب المقهى؟»: بطاقات بريدية وظروف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من يستطيع قراءة بطاقة بريدية في طريقها؟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HTTP بطاقة بريدية، وHTTPS ظرف مغلق.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الرحلة (١٥ دقيقة): المقهى، والهاتف، والموقع، وما يتنقّل بينها.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ما الذي لا نفعله أبدًا على الواي فاي المجاني؟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بطاقة الخروج.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الدرس، ارسم على السبورة مقهى وهاتفًا وموقعًا إلكترونيًا. وجهّز ورقة مكشوفة عليها رسالة قصيرة (البطاقة البريدية)، وظرفًا مطويًا مغلقًا لا يظهر عليه إلا العنوان.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يرى صاحب المقهى في الصفحة العادية؟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يثبت القفل أن الموقع صادق؟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ينبغي أن يمرّ المال عبر بيانات الهاتف؟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واي فاي آمن في المدرسة والبيت وخارجهما،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لن أفعله أبدًا على الواي فاي المجاني + السبب.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واي فاي آمن في المدرسة والبيت وخارجهما</dc:title>
  <dc:subject>PptxGenJS Presentation</dc:subject>
  <dc:creator>Darsi</dc:creator>
  <cp:lastModifiedBy>Darsi</cp:lastModifiedBy>
  <cp:revision>1</cp:revision>
  <dcterms:created xsi:type="dcterms:W3CDTF">2026-10-28T13:25:23Z</dcterms:created>
  <dcterms:modified xsi:type="dcterms:W3CDTF">2026-10-28T13:25:23Z</dcterms:modified>
</cp:coreProperties>
</file>