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Wi-Fi at school, at home and in town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Wi-Fi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2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Wi-Fi at school, at home and in town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the owner of a Wi-Fi network can see.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the padlock (HTTPS) hides, and what it doesn’t prove.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when to use mobile data instead of free Wi-Fi.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Wi-Fi at school, at home and in town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less on Wi-Fi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sees which sites you visit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hides what’s inside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network’s name proves nothing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and marks: mobile data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Wi-Fi at school, at home and in town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the café owner see?: Postcards and envelopes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Who could read a postcard on its way?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HTTP is a postcard, HTTPS a sealed envelope.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journey (15 min): The café, the phone, the site, and what travels.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What should we never do on free Wi-Fi?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Exit ticket.</a:t>
            </a:r>
            <a:endParaRPr lang="en-GB" sz="23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lesson, draw a café, a phone and a website on the board. Prepare an open sheet with a short message (the postcard) and a folded, sealed envelope with only an address on it.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Wi-Fi at school, at home and in town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the café owner see on a plain page?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padlock prove a website is honest?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money go over mobile data?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Wi-Fi at school, at home and in town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I will never do on free Wi-Fi + why.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Wi-Fi at school, at home and in town</dc:title>
  <dc:subject>PptxGenJS Presentation</dc:subject>
  <dc:creator>Darsi</dc:creator>
  <cp:lastModifiedBy>Darsi</cp:lastModifiedBy>
  <cp:revision>1</cp:revision>
  <dcterms:created xsi:type="dcterms:W3CDTF">2026-10-28T13:25:23Z</dcterms:created>
  <dcterms:modified xsi:type="dcterms:W3CDTF">2026-10-28T13:25:23Z</dcterms:modified>
</cp:coreProperties>
</file>