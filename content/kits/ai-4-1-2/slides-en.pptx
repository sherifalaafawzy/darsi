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school’s AI policy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school’s AI policy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4 · Lesson 2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school’s AI policy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rules for using AI in our class, with a reason for each.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five rules together and vote on the wording.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our rules keep learning honest and people safe.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school’s AI policy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rules say why, not just which app: apps change, reasons last.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work best when the people who follow them help to write them.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review our rules when things change.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school’s AI policy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class AI charter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 when AI could help you learn, and when it would stop you learning.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(12 min): Each group writes three rules on strips, with a reason for each.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(8 min): Groups read their rules; put similar ones together on the board.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(10 min): Agree five rules and vote on the clearest wording for each.</a:t>
            </a:r>
            <a:endParaRPr lang="en-GB" sz="1900" dirty="0"/>
          </a:p>
          <a:p>
            <a:pPr algn="l"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GB" altLang="en-US" sz="19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Copy the charter onto a large sheet, and everyone initials it.</a:t>
            </a:r>
            <a:endParaRPr lang="en-GB" sz="19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charter to five rules in pupils’ own words, each with a reason. Make sure one rule covers privacy (no names, photos or marks in AI tools) and one covers saying how you used AI. Put a review date on it.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school’s AI policy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our rules will be hardest to keep,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happen when someone breaks a rule, and who decides?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make us change a rule next term?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Your school’s AI policy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in our charter that matters most to you, and why.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school’s AI policy</dc:title>
  <dc:subject>PptxGenJS Presentation</dc:subject>
  <dc:creator>Darsi</dc:creator>
  <cp:lastModifiedBy>Darsi</cp:lastModifiedBy>
  <cp:revision>1</cp:revision>
  <dcterms:created xsi:type="dcterms:W3CDTF">2026-10-28T12:21:59Z</dcterms:created>
  <dcterms:modified xsi:type="dcterms:W3CDTF">2026-10-28T12:21:59Z</dcterms:modified>
</cp:coreProperties>
</file>