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دقّق أداة ذكاء اصطناعي،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دقّق أداة ذكاء اصطناعي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٤، الدرس ١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دقّق أداة ذكاء اصطناعي،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نختبر أداة صوت أو ترجمة بأصواتنا ولغاتنا.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نحسب أخطاءها لكل متحدّث ولغة.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لماذا قد تعمل الأداة مع بعض الناس أفضل من غيرهم.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دقّق أداة ذكاء اصطناعي،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تذكّر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قد تكون الأداة دقيقة جدًا في المتوسط، ومع ذلك تخفق مع بعض الناس.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أدوات الصوت تخطئ عادةً أكثر مع اللهجات واللغات التي سمعتها أقل أثناء تدريبها.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لنحكم على أداة، نختبرها على أناس يشبهوننا ونحسب أخطاءها لكل فئة.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دقّق أداة ذكاء اصطناعي،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اختبر المختبِر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(٥ دقائق): اسأل مَن استخدم الكتابة بالصوت أو تطبيق ترجمة، وهل فهمه.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التخطيط (٧ دقائق): اتفقوا على جملة واحدة وعلى الفئات التي ستقارنون بينها.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الاختبار (١٥ دقيقة): يتناوب الطلاب على قراءة الجملة لهاتف واحد، ويعدّ الصف الكلمات الخاطئة.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المقارنة (٨ دقائق): تقارن المجموعات نتائج العدّ وتقول مع مَن تعمل الأداة أفضل.</a:t>
            </a:r>
            <a:endParaRPr lang="ar-SA" sz="20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(٥ دقائق): اربط النشاط بالتدقيق: رقم واحد قد يُخفي فئة.</a:t>
            </a:r>
            <a:endParaRPr lang="ar-SA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جرّب الهاتف مسبقًا. والكتابة بالصوت أو تطبيق الترجمة اللذان يعملان دون إنترنت بلغاتكم يوفّران البيانات ويُبقيان أصوات الطلاب على الهاتف. والمتحدّثون متطوّعون: لا أحد مُلزَم بالكلام. سجّل الأرقام فقط، ولا تحتفظ بأي تسجيلات.</a:t>
            </a:r>
            <a:endParaRPr lang="ar-SA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دقّق أداة ذكاء اصطناعي،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 فهمته الأداة أفضل من غيره؟ ولماذا قد يكون ذلك؟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 أصوات مَن تظنّ أنها تعلّمت؟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ينبغي أن تستخدم مدرستنا أداة تعمل مع بعض الطلاب أفضل من غيرهم؟ وماذا ستسأل أولًا؟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دقّق أداة ذكاء اصطناعي،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فئة واحدة صعُب على الأداة فهمها، وسؤال واحد ستطرحه على الشركة التي صنعتها.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دقّق أداة ذكاء اصطناعي</dc:title>
  <dc:subject>PptxGenJS Presentation</dc:subject>
  <dc:creator>Darsi</dc:creator>
  <cp:lastModifiedBy>Darsi</cp:lastModifiedBy>
  <cp:revision>1</cp:revision>
  <dcterms:created xsi:type="dcterms:W3CDTF">2026-10-28T12:21:59Z</dcterms:created>
  <dcterms:modified xsi:type="dcterms:W3CDTF">2026-10-28T12:21:59Z</dcterms:modified>
</cp:coreProperties>
</file>