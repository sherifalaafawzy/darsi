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Audit an AI tool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 AI tool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Audit an AI tool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 voice or translation tool with our own voices and languages.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its mistakes for each speaker and language.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tool can work better for some people than for others.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Audit an AI tool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can be very accurate on average and still fail some people.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tools often make more mistakes with accents and languages they heard less in training.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judge a tool, test it on people like us and count its mistakes for each group.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Audit an AI tool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tester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who has used voice typing or a translation app, and whether it understood them.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(7 min): Agree one sentence and the groups to compare.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(15 min): Pupils take turns reading the sentence into one phone; the class tallies wrong words.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(8 min): Groups compare the tallies and say who the tool works best for.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Link it to audits: one score can hide a group.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phone first. Offline voice typing or an offline translation app in your languages saves data and keeps pupils’ voices on the phone. Speakers are volunteers: nobody has to speak. Record numbers only; keep no recordings.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Audit an AI tool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the tool understand best? Why might that be?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voices do you think it learned from?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our school use a tool that works better for some pupils than for others? What would you ask first?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Audit an AI tool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 the tool found hard, and one question you would ask the company that made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an AI tool</dc:title>
  <dc:subject>PptxGenJS Presentation</dc:subject>
  <dc:creator>Darsi</dc:creator>
  <cp:lastModifiedBy>Darsi</cp:lastModifiedBy>
  <cp:revision>1</cp:revision>
  <dcterms:created xsi:type="dcterms:W3CDTF">2026-10-28T12:21:58Z</dcterms:created>
  <dcterms:modified xsi:type="dcterms:W3CDTF">2026-10-28T12:21:58Z</dcterms:modified>
</cp:coreProperties>
</file>