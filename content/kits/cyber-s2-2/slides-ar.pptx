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مَن يعرف أين أنت؟،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 يعرف أين أنت؟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٢،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مَن يعرف أين أنت؟،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 سوف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كيف يعرف هاتفك مكانه.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تسمح فقط بالأذونات التي يحتاج إليها التطبيق.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تشارك موقعك المباشر بأمان، وتُبعد الأماكن عن صورك.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مَن يعرف أين أنت؟،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الأساسية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والواي فاي وأبراج الهاتف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اسأل: هل يحتاج إليه؟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أثناء الاستخدام فقط، وموقع تقريبي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الموقع المباشر: للعائلة، ولمدة محدّدة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مَن يعرف أين أنت؟،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النشاط: محقّق الأذونات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(٣ دقائق): خمّن كم تطبيقًا يستطيع رؤية موقعك.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الفحص (٧ دقائق): ابحث في الإعدادات واكتبها.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 (٥ دقائق): يحتاج إليه، أثناء الاستخدام، أم لا يحتاج؟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(٥ دقائق): قارن مع زميلك.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ليس لديك هاتف خاص؟ افعل ذلك على هاتف العائلة مع صاحبه، أو استعمل التطبيقات الأربعة في تطبيق «أذونات التطبيقات» في المختبرات.</a:t>
            </a:r>
            <a:endParaRPr lang="ar-SA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مَن يعرف أين أنت؟،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تطبيق فاجأك أكثر من غيره؟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تكون مشاركة الموقع المباشر فكرة جيدة؟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قد تخبر صورةُ شارعك شخصًا غريبًا؟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مَن يعرف أين أنت؟،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إذن واحد أوقفته + السبب.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مَن يعرف أين أنت؟</dc:title>
  <dc:subject>PptxGenJS Presentation</dc:subject>
  <dc:creator>Darsi</dc:creator>
  <cp:lastModifiedBy>Darsi</cp:lastModifiedBy>
  <cp:revision>1</cp:revision>
  <dcterms:created xsi:type="dcterms:W3CDTF">2026-10-28T14:43:53Z</dcterms:created>
  <dcterms:modified xsi:type="dcterms:W3CDTF">2026-10-28T14:43:53Z</dcterms:modified>
</cp:coreProperties>
</file>