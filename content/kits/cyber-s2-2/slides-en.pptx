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knows where you are?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knows where you are?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knows where you are?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your phone knows where it is.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only the permissions an app needs.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live location safely, and keep places out of your photos.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knows where you are?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GPS, Wi-Fi and phone masts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does it need it?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while using, approximate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location: family, for a set time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knows where you are?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Permission detective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Guess how many apps can see your location.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(7 min): Look in Settings and list them.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(5 min): Needed, while using, or not needed?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(5 min): Compare with a partner.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phone of your own? Do it on a family phone with its owner, or use the four apps in the App permissions lab.</a:t>
            </a:r>
            <a:endParaRPr lang="en-GB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knows where you are?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 surprised you most?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sharing live location a good idea?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a photo of your street tell a stranger?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knows where you are?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permission I switched off +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knows where you are?</dc:title>
  <dc:subject>PptxGenJS Presentation</dc:subject>
  <dc:creator>Darsi</dc:creator>
  <cp:lastModifiedBy>Darsi</cp:lastModifiedBy>
  <cp:revision>1</cp:revision>
  <dcterms:created xsi:type="dcterms:W3CDTF">2026-10-28T14:43:52Z</dcterms:created>
  <dcterms:modified xsi:type="dcterms:W3CDTF">2026-10-28T14:43:52Z</dcterms:modified>
</cp:coreProperties>
</file>