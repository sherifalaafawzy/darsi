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Make it light up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CCF2EC"/>
          </a:solidFill>
          <a:ln w="12700">
            <a:solidFill>
              <a:srgbClr val="CCF2EC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it light up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065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· Level 2 · Lesson 1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Make it light up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you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complete circuit with a battery, wires and a bulb or LED.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materials into conductors and insulators by testing them.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why an LED needs a resistor and why a short circuit is dangerous.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Make it light up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Loop, LED, resistor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circuit is a closed loop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Conductors let current through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LED's long leg goes to +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LED needs a resistor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Make it light up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Conductor hunt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a tester with a gap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Touch the free ends: check it lights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ten things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each one and record it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them and explain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Batteries only, never a wall socket. Ask an adult to cut or strip wires. Never join the battery's + and − with a bare wire or foil: that's a short circuit. Keep button batteries away from small children.</a:t>
            </a:r>
            <a:endParaRPr lang="en-GB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Make it light up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result surprised you, and why?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an LED need a resistor when a torch bulb doesn't?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a wire copper inside plastic, and not plastic inside copper?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Make it light up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yourself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one conductor, one insulator, and one safety rule for circuits.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Make it light up</dc:title>
  <dc:subject>PptxGenJS Presentation</dc:subject>
  <dc:creator>Darsi</dc:creator>
  <cp:lastModifiedBy>Darsi</cp:lastModifiedBy>
  <cp:revision>1</cp:revision>
  <dcterms:created xsi:type="dcterms:W3CDTF">2026-10-28T14:44:11Z</dcterms:created>
  <dcterms:modified xsi:type="dcterms:W3CDTF">2026-10-28T14:44:11Z</dcterms:modified>
</cp:coreProperties>
</file>