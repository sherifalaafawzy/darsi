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تضيء،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اجعلها تضيء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تضيء،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تبني دائرة كهربائية كاملة من بطارية وأسلاك ومصباح أو صمام ضوئي.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تصنّف المواد إلى موصلات وعوازل باختبارها.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تشرح لماذا يحتاج الصمام الضوئي إلى مقاومة، ولماذا تكون الدائرة القصيرة خطرة.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تضيء،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الدائرة والصمام والمقاومة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الدائرة حلقة مغلقة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الموصلات تسمح بمرور التيار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ساق الصمام الطويلة إلى الموجب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الصمام يحتاج إلى مقاومة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تضيء،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الموصلات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اصنع جهاز اختبار فيه فجوة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 الطرفين الحرّين: تأكّد أنه يضيء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توقّع نتيجة عشرة أشياء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كل شيء وسجّل النتيجة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صنّفها واشرح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البطاريات وحدها، ولا تستعمل مقبس الحائط أبدًا. واطلب من أحد الكبار قصّ الأسلاك أو تعريتها. ولا تصل موجب البطارية بسالبها بسلك عارٍ أو بورق ألومنيوم أبدًا: فهذه دائرة قصيرة. وأبعد البطاريات الزرّية عن الأطفال الصغار.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تضيء،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نتيجة فاجأتك،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يحتاج الصمام الضوئي إلى مقاومة بينما لا يحتاج إليها مصباح الكشّاف؟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يكون السلك نحاسًا داخل البلاستيك، لا بلاستيكًا داخل النحاس؟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اجعلها تضيء،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موصلًا واحدًا، وعازلًا واحدًا، وقاعدة أمان واحدة للدوائر.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اجعلها تضيء</dc:title>
  <dc:subject>PptxGenJS Presentation</dc:subject>
  <dc:creator>Darsi</dc:creator>
  <cp:lastModifiedBy>Darsi</cp:lastModifiedBy>
  <cp:revision>1</cp:revision>
  <dcterms:created xsi:type="dcterms:W3CDTF">2026-10-28T14:44:11Z</dcterms:created>
  <dcterms:modified xsi:type="dcterms:W3CDTF">2026-10-28T14:44:11Z</dcterms:modified>
</cp:coreProperties>
</file>