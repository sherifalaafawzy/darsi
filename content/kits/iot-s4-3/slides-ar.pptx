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احمِ الأشياء المتصلة،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احمِ الأشياء المتصلة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٤،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احمِ الأشياء المتصلة،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ستشرح كيف يستولي المهاجمون على الأجهزة بكلمات المرور الافتراضية، وما شبكة الروبوتات (البوتنت).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ستؤمّن جهازًا: كلمة مرور جديدة قوية، وتحديثات، والميزات التي تستعملها فقط.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ستقرّر ما ينبغي أن يجمعه جهاز وما لا ينبغي.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احمِ الأشياء المتصلة،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أمّن جهازك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غيّر كلمة المرور الافتراضية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فعّل التحديث التلقائي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أوقف ما لا تستعمله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اجمع ما تحتاج إليه فقط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احمِ الأشياء المتصلة،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أمان جهاز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جهازًا للأسرة، مع شخص بالغ.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تأكّد أن كلمة المرور غُيّرت.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تأكّد أن التحديثات تلقائية.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ابحث عن ميزات لا يستعملها أحد.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ما يجمعه، وما لا حاجة إليه.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تفحص إلا الأجهزة التي تملكها أسرتك، ومع شخص بالغ. ولا تضع كلمة مرور في ملاحظاتك أو صورك، ولا تحاول أبدًا الدخول إلى جهاز شخص آخر.</a:t>
            </a:r>
            <a:endParaRPr lang="ar-SA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احمِ الأشياء المتصلة،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وجدت ميراي أجهزة كثيرة بهذه السهولة؟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ميزة في بيتك ستوقفها،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المسؤول عن أمان الأجهزة: الشركة المصنّعة، أم المتجر، أم المالك؟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احمِ الأشياء المتصلة،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اذكر عادتين كانتا ستوقفان ميراي.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احمِ الأشياء المتصلة</dc:title>
  <dc:subject>PptxGenJS Presentation</dc:subject>
  <dc:creator>Darsi</dc:creator>
  <cp:lastModifiedBy>Darsi</cp:lastModifiedBy>
  <cp:revision>1</cp:revision>
  <dcterms:created xsi:type="dcterms:W3CDTF">2026-10-28T14:44:24Z</dcterms:created>
  <dcterms:modified xsi:type="dcterms:W3CDTF">2026-10-28T14:44:24Z</dcterms:modified>
</cp:coreProperties>
</file>