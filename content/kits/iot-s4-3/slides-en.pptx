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connected things safe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connected things safe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4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connected things safe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attackers take over devices with default passwords, and what a botnet is.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 device: a new strong password, updates, and only the features you use.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what a device should and shouldn't collect.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connected things safe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it down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default password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automatic updates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off what you don't use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only what's needed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connected things safe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safety check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family device, with an adult.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that the password has been changed.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that updates are automatic.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features nobody uses.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what it collects, and what it needn't.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check devices your family owns, with an adult. Never put a password in your notes or photos, and never try to log in to anyone else's device.</a:t>
            </a: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connected things safe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Mirai find so many devices so easily?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feature at home would you switch off,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keep devices safe: the maker, the shop or the owner?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connected things safe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two habits that would have stopped Mirai.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 connected things safe</dc:title>
  <dc:subject>PptxGenJS Presentation</dc:subject>
  <dc:creator>Darsi</dc:creator>
  <cp:lastModifiedBy>Darsi</cp:lastModifiedBy>
  <cp:revision>1</cp:revision>
  <dcterms:created xsi:type="dcterms:W3CDTF">2026-10-28T14:44:23Z</dcterms:created>
  <dcterms:modified xsi:type="dcterms:W3CDTF">2026-10-28T14:44:23Z</dcterms:modified>
</cp:coreProperties>
</file>