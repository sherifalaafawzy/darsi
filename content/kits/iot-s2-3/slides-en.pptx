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in binary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from 0 to 31 in binary with place values.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every reading, message and photo is stored as bits.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why more bits mean more detail but more data.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and bytes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place is worth double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the left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bits = 1 byte: 0 to 255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bits: more detail, more data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cards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five dot cards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age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two more numbers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to 31 on one hand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name's bytes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kit needed. When you count on your hand, keep your palm facing you, so no finger pattern looks rude to anyone watching.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computers use 1 and 0 instead of the ten digits we use?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same message take more data in Arabic than in English?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it worth paying for more bits, and when isn't 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 in binary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22 in binary, and say how many values 6 bits can count.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in binary</dc:title>
  <dc:subject>PptxGenJS Presentation</dc:subject>
  <dc:creator>Darsi</dc:creator>
  <cp:lastModifiedBy>Darsi</cp:lastModifiedBy>
  <cp:revision>1</cp:revision>
  <dcterms:created xsi:type="dcterms:W3CDTF">2026-10-28T14:44:13Z</dcterms:created>
  <dcterms:modified xsi:type="dcterms:W3CDTF">2026-10-28T14:44:13Z</dcterms:modified>
</cp:coreProperties>
</file>