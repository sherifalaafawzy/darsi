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تكلّم بالنظام الثنائي،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تكلّم بالنظام الثنائي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إنترنت الأشياء، المستوى ٢، الدرس ٣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تكلّم بالنظام الثنائي،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هذا الدرس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تعدّ من ٠ إلى ٣١ بالنظام الثنائي باستعمال القيم المكانية.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تشرح أن كل قراءة ورسالة وصورة تُخزَّن بتات.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تستنتج لماذا تعني البتات الأكثر تفاصيل أكثر، ولكن بيانات أكثر.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تكلّم بالنظام الثنائي،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البتات والبايتات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خانة تساوي الضعف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اقرأ من اليسار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 بتات = ١ بايت: من ٠ إلى ٢٥٥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بتات أكثر: تفاصيل أكثر وبيانات أكثر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تكلّم بالنظام الثنائي،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بطاقات النظام الثنائي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اصنع خمس بطاقات نقاط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كوّن عمرك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كوّن عددين آخرين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عُدّ إلى ٣١ على يد واحدة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احسب بايتات اسمك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تحتاج إلى أدوات. وحين تعدّ على يدك، اجعل باطن كفّك نحوك، كي لا يبدو أيّ وضع للأصابع غير لائق لمن يراك.</a:t>
            </a:r>
            <a:endParaRPr lang="ar-SA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تكلّم بالنظام الثنائي،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يستعمل الحاسوب ١ و٠ بدل الأرقام العشرة التي نستعملها؟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تأخذ الرسالة نفسها بيانات أكثر بالعربية منها بالإنجليزية؟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متى يستحق الأمر أن ندفع ثمن بتات أكثر، ومتى لا يستحق؟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تكلّم بالنظام الثنائي،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تحقّق من نفسك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٢٢ بالنظام الثنائي، وقل كم قيمة تستطيع ٦ بتات أن تعدّ.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تكلّم بالنظام الثنائي</dc:title>
  <dc:subject>PptxGenJS Presentation</dc:subject>
  <dc:creator>Darsi</dc:creator>
  <cp:lastModifiedBy>Darsi</cp:lastModifiedBy>
  <cp:revision>1</cp:revision>
  <dcterms:created xsi:type="dcterms:W3CDTF">2026-10-28T14:44:13Z</dcterms:created>
  <dcterms:modified xsi:type="dcterms:W3CDTF">2026-10-28T14:44:13Z</dcterms:modified>
</cp:coreProperties>
</file>