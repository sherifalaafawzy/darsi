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 للأمن السيبراني في صفحة واحدة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مسودة سياسة في صفحة واحدة تشمل الأدوار والحسابات والأجهزة والبيانات والمجموعات والحوادث.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قواعد لكلمات المرور تتبع الإرشادات الحالية.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لكيفية موافقة المعلمين والطلاب وأولياء الأمور عليها.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واحدة وخمسة عناوين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المسؤول: مسؤول معروف بالاسم ونائب له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الحسابات: عبارات مرور وتحقّق بخطوتين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الأجهزة: أقفال وتحديثات وتطبيقات رسمية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والمجموعات: بيانات أقل، وأشخاص بأسمائهم، ومشرفان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الحوادث: إبلاغ في اليوم نفسه، دون لوم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ورشة السياسة: صفحة واحدة في ٤٠ دقيقة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يكتب كل شخص القاعدة الواحدة التي يضعها أولًا.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(٨ دقائق): توضع القواعد تحت العناوين الخمسة على السبورة.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الكتابة (١٥ دقيقة): تكتب كل مجموعة عنوانًا واحدًا بلغة بسيطة.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القراءة (٨ دقائق): تُقرأ الصفحة بصوت عالٍ ويُعلَّم كل ما هو مستحيل أو غامض.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(٤ دقائق): يُتفق على من ينقّح المسودة، وموعد توقيع الجميع.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نفّذ هذا النشاط في اجتماع المعلمين. اكتب العناوين الخمسة على السبورة قبل وصول الحضور، وأحضر قواعد المدرسة القديمة إن وُجدت، وادعُ المسؤول المالي أو موظفي المكتب، فهم يحملون أكثر البيانات.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قاعدة في ممارساتنا الحالية لا يلتزم بها أحد،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ينبغي أن يكون مسؤول الأمن السيبراني لدينا، ومن نائبه؟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سنقول لأولياء الأمور في جملة واحدة؟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سياسة للأمن السيبراني في صفحة واحدة،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واحدة سأكتبها بلغة بسيطة لسياستنا.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سياسة للأمن السيبراني في صفحة واحدة</dc:title>
  <dc:subject>PptxGenJS Presentation</dc:subject>
  <dc:creator>Darsi</dc:creator>
  <cp:lastModifiedBy>Darsi</cp:lastModifiedBy>
  <cp:revision>1</cp:revision>
  <dcterms:created xsi:type="dcterms:W3CDTF">2026-10-28T09:29:40Z</dcterms:created>
  <dcterms:modified xsi:type="dcterms:W3CDTF">2026-10-28T09:29:40Z</dcterms:modified>
</cp:coreProperties>
</file>