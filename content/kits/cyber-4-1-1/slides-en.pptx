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one-page cyber safety policy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one-page cyber safety policy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4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one-page cyber safety policy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 one-page policy covering roles, accounts, devices, data, groups and incidents.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password rules that follow current guidance.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how staff, pupils and parents will agree to it.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one-page cyber safety policy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page, five headings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leads: a named cyber lead and a deputy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Accounts: passphrases and two-step sign-in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Devices: locks, updates, official apps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groups: less data, named people, two admins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Incidents: report the same day, no blame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one-page cyber safety policy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workshop: one page in 40 minutes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Each person writes the one rule they would put first.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(8 min): Place the rules under the five headings on the board.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(15 min): Each group writes one heading in plain words.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Read-aloud test (8 min): Read the page aloud; mark anything impossible or unclear.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(4 min): Agree who tidies the draft, and when everyone signs.</a:t>
            </a:r>
            <a:endParaRPr lang="en-GB" sz="20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this in a staff meeting. Write the five headings on the board before people arrive, bring the school’s old rules if there are any, and invite the bursar or office staff: they hold the most data.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one-page cyber safety policy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rule in our current practice does nobody follow,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be our cyber lead, and who the deputy?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we tell parents, in one sentence?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one-page cyber safety policy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rule I will write in plain words for our policy.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one-page cyber safety policy</dc:title>
  <dc:subject>PptxGenJS Presentation</dc:subject>
  <dc:creator>Darsi</dc:creator>
  <cp:lastModifiedBy>Darsi</cp:lastModifiedBy>
  <cp:revision>1</cp:revision>
  <dcterms:created xsi:type="dcterms:W3CDTF">2026-10-28T09:29:40Z</dcterms:created>
  <dcterms:modified xsi:type="dcterms:W3CDTF">2026-10-28T09:29:40Z</dcterms:modified>
</cp:coreProperties>
</file>