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والأتمتة: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بيانات يمكن الوثوق بها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«إذا/فإن»: قواعد تتحكّم في الأجهزة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الطاقة: البطاريات والشمس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الشبكات: إيصال البيانات إلى وجهتها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 بالبيانات التي اختبرتها، ونظّفها بشفافية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«إذا/فإن» تحتاج إلى عتبتين وإلى توقف آمن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الإرسال يستنزف البطارية، والشمس تستطيع أن تعيد شحنها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الشبكة بحسب المسافة والطاقة والبيانات والكلفة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 طلاب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سيبني طلابك أو يقيسون أولًا؟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والأتمتة: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البيانات والأتمتة: اختبار الوحدة</dc:title>
  <dc:subject>PptxGenJS Presentation</dc:subject>
  <dc:creator>Darsi</dc:creator>
  <cp:lastModifiedBy>Darsi</cp:lastModifiedBy>
  <cp:revision>1</cp:revision>
  <dcterms:created xsi:type="dcterms:W3CDTF">2026-10-28T12:56:19Z</dcterms:created>
  <dcterms:modified xsi:type="dcterms:W3CDTF">2026-10-28T12:56:19Z</dcterms:modified>
</cp:coreProperties>
</file>