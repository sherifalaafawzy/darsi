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automation: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data you can trust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IF/THEN: rules that act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batteries and the sun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Networks: getting the data home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data you've checked, and clean it openly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IF/THEN rules need two thresholds and a safe failure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drains the battery; the sun can refill 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network from distance, power, data and cost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your pupils build or measure first?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and automation: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and automation: unit check</dc:title>
  <dc:subject>PptxGenJS Presentation</dc:subject>
  <dc:creator>Darsi</dc:creator>
  <cp:lastModifiedBy>Darsi</cp:lastModifiedBy>
  <cp:revision>1</cp:revision>
  <dcterms:created xsi:type="dcterms:W3CDTF">2026-10-28T12:56:19Z</dcterms:created>
  <dcterms:modified xsi:type="dcterms:W3CDTF">2026-10-28T12:56:19Z</dcterms:modified>
</cp:coreProperties>
</file>