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Leading AI at school: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AI at school: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Leading AI at school: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 AI tool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school’s AI policy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when pupils have AI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AI-supported unit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Leading AI at school: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average can hide a group: test tools on your own pupils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Principles, written together, outlast any app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 aren’t proof: design tasks where learning shows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first, and AI only where it helps every pupil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Leading AI at school: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three or four colleagues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question that caused most debate, for your next staff meeting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Leading AI at school: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 in your school?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caused the most debate,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in your school should see this unit?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Leading AI at school: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I will take this month, and who I will take it with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Leading AI at school: unit check</dc:title>
  <dc:subject>PptxGenJS Presentation</dc:subject>
  <dc:creator>Darsi</dc:creator>
  <cp:lastModifiedBy>Darsi</cp:lastModifiedBy>
  <cp:revision>1</cp:revision>
  <dcterms:created xsi:type="dcterms:W3CDTF">2026-10-28T12:22:02Z</dcterms:created>
  <dcterms:modified xsi:type="dcterms:W3CDTF">2026-10-28T12:22:02Z</dcterms:modified>
</cp:coreProperties>
</file>