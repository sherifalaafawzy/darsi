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قيادة الذكاء الاصطناعي في المدرسة: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قيادة الذكاء الاصطناعي في المدرسة: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٤،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قيادة الذكاء الاصطناعي في المدرسة: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دقّق أداة ذكاء اصطناعي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سياسة الذكاء الاصطناعي في مدرستك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في زمن الذكاء الاصطناعي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صمّم وحدة يدعمها الذكاء الاصطناعي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قيادة الذكاء الاصطناعي في المدرسة: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المتوسط قد يُخفي فئة: اختبر الأدوات على طلابك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المبادئ التي نكتبها معًا تدوم أكثر من أي تطبيق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برامج الكشف ليست دليلًا: صمّم مهامّ يظهر فيها التعلّم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الأهداف أولًا، والذكاء الاصطناعي فقط حيث يفيد كل طالب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قيادة الذكاء الاصطناعي في المدرسة: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فرقًا من ثلاثة أو أربعة زملاء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كل سؤال بصوت عالٍ، ويتّفق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الإجابة واطلب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دوّن السؤال الذي أثار أكبر نقاش، لاجتماع المعلّمين القادم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قيادة الذكاء الاصطناعي في المدرسة: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ستستخدمها أولًا في مدرستك؟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أثار أكبر نقاش،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غيرك في مدرستك ينبغي أن يطّلع على هذه الوحدة؟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قيادة الذكاء الاصطناعي في المدرسة: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خطوة واحدة سأخطوها هذا الشهر، ومع مَن سأخطوها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قيادة الذكاء الاصطناعي في المدرسة: اختبار الوحدة</dc:title>
  <dc:subject>PptxGenJS Presentation</dc:subject>
  <dc:creator>Darsi</dc:creator>
  <cp:lastModifiedBy>Darsi</cp:lastModifiedBy>
  <cp:revision>1</cp:revision>
  <dcterms:created xsi:type="dcterms:W3CDTF">2026-10-28T12:22:02Z</dcterms:created>
  <dcterms:modified xsi:type="dcterms:W3CDTF">2026-10-28T12:22:02Z</dcterms:modified>
</cp:coreProperties>
</file>