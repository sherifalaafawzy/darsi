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بعناية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تستأذن قبل أن تنشر صورة غيرك.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تكتشف المحتوى المزيّف، وتتحقّق قبل أن تشارك.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تساعد مَن يتعرّض للتنمّر على الإنترنت.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الأساسية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صورته، وهو صاحب القرار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تشارك الصور الخاصة أبدًا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شعور قوي؟ توقّف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فحوص قبل أن تشارك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النشاط: حقيقة أم تزييف؟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تذكّر إشاعة انتشرت في المدرسة.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(٨ دقائق): أجرِ الفحوص الأربعة على ثلاثة منشورات.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(٤ دقائق): أشارك، أم لا أشارك، أم أتحقّق أكثر؟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(٥ دقائق): اشرح أحد قراراتك لزميلك.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منشورات تكتبها بنفسك، أو منشورات حقيقية بعد حذف كل الأسماء منها. ولا تستعمل أبدًا صورًا خاصة أو منشورات تسخر من أحد.</a:t>
            </a:r>
            <a:endParaRPr lang="ar-SA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ينتشر المحتوى المزيّف غالبًا أسرع من تصحيحه؟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ستفعل لو نشر صديقك صورتك دون أن يستأذنك؟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تساعد مَن يتعرّض للتنمّر دون أن تزيد الأمر سوءًا؟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شارك بعناية،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الفحوص الأربعة + منشور سأستعمله معه.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شارك بعناية</dc:title>
  <dc:subject>PptxGenJS Presentation</dc:subject>
  <dc:creator>Darsi</dc:creator>
  <cp:lastModifiedBy>Darsi</cp:lastModifiedBy>
  <cp:revision>1</cp:revision>
  <dcterms:created xsi:type="dcterms:W3CDTF">2026-10-28T14:43:53Z</dcterms:created>
  <dcterms:modified xsi:type="dcterms:W3CDTF">2026-10-28T14:43:53Z</dcterms:modified>
</cp:coreProperties>
</file>