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Share with care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with care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security · Level 2 · Lesson 3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Share with care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lesson you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before you post someone else.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fakes, and check before you share.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someone who is bullied online.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Share with care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photo, their choice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share private images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feeling? Pause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checks before you share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Share with care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Activity: Fact or fake?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(3 min): Remember a rumour that spread at school.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(8 min): Run the four checks on three posts.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(4 min): Share, don’t share, or check more?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(5 min): Explain one decision to a partner.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7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posts you write yourself, or real ones with every name removed. Never use private images or posts that make fun of someone.</a:t>
            </a:r>
            <a:endParaRPr lang="en-GB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Share with care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fakes often spread faster than corrections?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you do if a friend posted your photo without asking?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can you help someone who is bullied without making it worse?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Share with care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of the four checks + a post I’d use it on.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Share with care</dc:title>
  <dc:subject>PptxGenJS Presentation</dc:subject>
  <dc:creator>Darsi</dc:creator>
  <cp:lastModifiedBy>Darsi</cp:lastModifiedBy>
  <cp:revision>1</cp:revision>
  <dcterms:created xsi:type="dcterms:W3CDTF">2026-10-28T14:43:53Z</dcterms:created>
  <dcterms:modified xsi:type="dcterms:W3CDTF">2026-10-28T14:43:53Z</dcterms:modified>
</cp:coreProperties>
</file>