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يقرّر المصنِّف،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يقرّر المصنِّف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٣،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يقرّر المصنِّف،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نصف كل مثال بخصائص: أرقام نستطيع قياسها.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نصنّف مثالًا جديدًا بأقرب جيرانه، ونرى كيف يغيّر عدد الجيران الإجابة.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يهمّ اختيار الخصائص.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يقرّر المصنِّف،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الخصائص أرقام تستطيع قياسها، مثل الطراوة من ٠ إلى ١٠.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يأخذ المثال الجديد فئة أغلب أقرب k جيران له. ومع k = ١ يحسم مثال واحد الإجابة، ومع k كبير جدًا تضيع التفاصيل.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الخصائص الجيدة تفصل بين الفئات: الطراوة واللون يفعلان ذلك، أما الوزن وحده فلا.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يقرّر المصنِّف،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الجيران على الورق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القياس (٥ دقائق): ثماني أوراق من نوعين من الشجر.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الرسم (٥ دقائق): ضعها نقاطًا مصنّفة.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اللغز (٥ دقائق): يقيس زميلك ورقة جديدة.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التصويت (٥ دقائق): اسأل ١ و٣ و٥ جيران.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تبديل الخصائص (٥ دقائق): جرّب خاصية ضعيفة بدلًا منها.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يصلح للعمل في ثنائيات أو في البيت. ويكفي أي نوعين من الأشياء: أوراق من شجرتين، أو نوعان من الفاصوليا، أو شكلان ترسمهما. واستخدم المسطرة في كل قياس.</a:t>
            </a:r>
            <a:endParaRPr lang="ar-SA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يقرّر المصنِّف،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قد يعطي k = ١ إجابة غريبة؟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الخاصيتان اللتان ستستخدمهما لفرز الموز إلى ناضج وغير ناضج؟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يمكن أن يكون المصنِّف أفضل من الخصائص التي يُعطاها؟ لماذا؟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يقرّر المصنِّف،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خاصية واحدة سأقيسها لمصنِّف من صنعي، ولماذا.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كيف يقرّر المصنِّف</dc:title>
  <dc:subject>PptxGenJS Presentation</dc:subject>
  <dc:creator>Darsi</dc:creator>
  <cp:lastModifiedBy>Darsi</cp:lastModifiedBy>
  <cp:revision>1</cp:revision>
  <dcterms:created xsi:type="dcterms:W3CDTF">2026-10-28T14:43:37Z</dcterms:created>
  <dcterms:modified xsi:type="dcterms:W3CDTF">2026-10-28T14:43:37Z</dcterms:modified>
</cp:coreProperties>
</file>