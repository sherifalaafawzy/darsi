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classifier decides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classifier decides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classifier decides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each example by features: numbers you can measure.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 new example by its nearest neighbours, and see how the number of neighbours changes the answer.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the choice of features matters.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classifier decides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numbers you can measure, like softness from 0 to 10.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example takes the class most of its k nearest neighbours have. With k = 1 one example decides; a huge k loses the details.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features separate the classes: softness and colour do, weight alone doesn’t.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classifier decides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 on paper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(5 min): eight leaves from two kinds of tree.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(5 min): plot them as labelled dots.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 (5 min): a partner measures a new leaf.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(5 min): ask 1, 3 and 5 neighbours.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features (5 min): try a poor feature instead.</a:t>
            </a:r>
            <a:endParaRPr lang="en-GB" sz="25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pairs or at home. Any two kinds of objects will do: leaves from two trees, two kinds of beans, or two shapes you draw. Use a ruler for every measurement.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classifier decides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might k = 1 give a strange answer?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two features would you use to sort bananas into ripe and not ripe?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classifier be better than the features it is given?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How a classifier decides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feature I would measure for a classifier of my own, and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classifier decides</dc:title>
  <dc:subject>PptxGenJS Presentation</dc:subject>
  <dc:creator>Darsi</dc:creator>
  <cp:lastModifiedBy>Darsi</cp:lastModifiedBy>
  <cp:revision>1</cp:revision>
  <dcterms:created xsi:type="dcterms:W3CDTF">2026-10-28T14:43:37Z</dcterms:created>
  <dcterms:modified xsi:type="dcterms:W3CDTF">2026-10-28T14:43:37Z</dcterms:modified>
</cp:coreProperties>
</file>