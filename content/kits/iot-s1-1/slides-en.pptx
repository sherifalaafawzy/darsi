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Machines that notice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that notice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1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Machines that notice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a sensor does: it notices something and turns it into a number.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your senses to sensors that do a similar job, and find senses machines have that you don't.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how a device senses, decides and acts.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Machines that notice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notice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sensor notices one thing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turns it into a number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sense what we can't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Sense, decide, act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Machines that notice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hunt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table: device, senses, decides, does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 at home: lights, taps, the fridge, a phone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 at school and on the way: doors, street lights, tanks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the ones that sense what people can't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your best find to someone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Look, don't open: never take a device apart or touch sockets and mains wires. Ask before you photograph something that isn't yours.</a:t>
            </a:r>
            <a:endParaRPr lang="en-GB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Machines that notice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your senses would be hardest for a machine to copy,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should a person, not a sensor, make the decision?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want a sensor in your town to warn people about?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Machines that notice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device near you, and say what it senses, what decides and what it does.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Machines that notice</dc:title>
  <dc:subject>PptxGenJS Presentation</dc:subject>
  <dc:creator>Darsi</dc:creator>
  <cp:lastModifiedBy>Darsi</cp:lastModifiedBy>
  <cp:revision>1</cp:revision>
  <dcterms:created xsi:type="dcterms:W3CDTF">2026-10-28T14:44:06Z</dcterms:created>
  <dcterms:modified xsi:type="dcterms:W3CDTF">2026-10-28T14:44:06Z</dcterms:modified>
</cp:coreProperties>
</file>