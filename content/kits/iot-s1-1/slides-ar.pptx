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آلات تلاحظ،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آلات تلاحظ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١،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آلات تلاحظ،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ما يفعله المستشعر: يلاحظ شيئًا ويحوّله إلى رقم.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تطابق بين حواسّك ومستشعرات تؤدّي عملًا مشابهًا، وتكتشف حواسّ تملكها الآلات ولا تملكها أنت.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تتتبّع كيف يستشعر الجهاز، ثم يقرّر، ثم ينفّذ.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آلات تلاحظ،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المستشعرات تلاحظ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المستشعر يلاحظ شيئًا واحدًا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ويحوّله إلى رقم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بعضها يستشعر ما لا نستشعره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استشعر، قرّر، نفّذ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آلات تلاحظ،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البحث عن المستشعرات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جدولًا: الجهاز، يستشعر، يقرّر، ينفّذ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ابحث في البيت: المصابيح، والصنابير، والثلاجة، والهاتف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ابحث في المدرسة وفي الطريق: الأبواب، ومصابيح الشوارع، والخزانات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 نجمة عند ما يستشعر ما لا يحسّ به الناس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أفضل ما وجدته لشخص آخر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 ولا تفتح: لا تفكّك جهازًا أبدًا، ولا تلمس المقابس وأسلاك الكهرباء. واستأذن قبل أن تصوّر شيئًا ليس لك.</a:t>
            </a:r>
            <a:endParaRPr lang="ar-SA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آلات تلاحظ،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حواسّك أصعب على الآلة أن تقلّدها،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ينبغي أن يتخذ القرارَ إنسانٌ لا مستشعر؟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ممّ تريد أن يحذّر مستشعرٌ الناسَ في مدينتك؟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آلات تلاحظ،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سمِّ جهازًا قريبًا منك، وقل ما يستشعره، وما الذي يقرّر، وما الذي ينفّذه.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آلات تلاحظ</dc:title>
  <dc:subject>PptxGenJS Presentation</dc:subject>
  <dc:creator>Darsi</dc:creator>
  <cp:lastModifiedBy>Darsi</cp:lastModifiedBy>
  <cp:revision>1</cp:revision>
  <dcterms:created xsi:type="dcterms:W3CDTF">2026-10-28T14:44:06Z</dcterms:created>
  <dcterms:modified xsi:type="dcterms:W3CDTF">2026-10-28T14:44:06Z</dcterms:modified>
</cp:coreProperties>
</file>