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خلية عصبية واحدة،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خلية عصبية واحدة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خلية عصبية واحدة،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نحسب مُخرَج الخلية العصبية من مدخلاتها وأوزانها وانحيازها.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أن الوزن هو مدى أهمية المدخل، وأن التعلّم هو تغيير الأوزان.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لا تستطيع الخلية الواحدة أن ترسم إلا خطًا مستقيمًا واحدًا بين إجابتين.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خلية عصبية واحدة،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تضرب الخلية كل مدخل في وزنه، وتضيف الانحياز، ثم تقرّر: «نعم» إذا كان المجموع أكبر من الصفر.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الأوزان تبيّن مدى أهمية كل مدخل. والتدريب يغيّرها قليلًا في كل مرة: وهذا هو التعلّم.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الخلية الواحدة ترسم خطًا مستقيمًا واحدًا. والأسئلة التي تقع «نعم» فيها في الوسط تحتاج إلى خلايا أكثر.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خلية عصبية واحدة،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كونوا خلية عصبية بشرية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كيف تقرّر هل تأخذ المظلة؟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المدخلات والأوزان والانحياز والمجموع، بمثال على السبّورة.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الخلية البشرية (١٤ دقيقة): تؤدّي مجموعات من أربعة طلاب دور خلية المظلة.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وزنًا (٧ دقائق): اجعلوا وزنًا صفرًا، ثم سالبًا.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(٦ دقائق): حدّ الخط الواحد، ثم بطاقة الخروج.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لكل مجموعة بطاقات مدخلات (١ على وجه و٠ على الآخر) وبطاقات أوزان (٣ و٢ و١) وبطاقة انحياز (سالب ١). وخطّط لخمسة أيام تذكرها، بينها يوم تخطئ فيه الخلية.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خلية عصبية واحدة،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مدخل في خلية المظلة يجب أن يكون الأهم،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يعني الوزن صفر في الحياة الواقعية؟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القرارات في المدرسة من نوع «مناسب في الوسط»؟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خلية عصبية واحدة،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المدخلات ١ و٠ و١، والأوزان ١ و٣ و٢، والانحياز سالب ٤: كم المجموع، وماذا تقول الخلية؟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خلية عصبية واحدة</dc:title>
  <dc:subject>PptxGenJS Presentation</dc:subject>
  <dc:creator>Darsi</dc:creator>
  <cp:lastModifiedBy>Darsi</cp:lastModifiedBy>
  <cp:revision>1</cp:revision>
  <dcterms:created xsi:type="dcterms:W3CDTF">2026-10-28T13:28:33Z</dcterms:created>
  <dcterms:modified xsi:type="dcterms:W3CDTF">2026-10-28T13:28:33Z</dcterms:modified>
</cp:coreProperties>
</file>