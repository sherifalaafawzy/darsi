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One neuron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neuron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3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One neuron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out a neuron’s output from its inputs, weights and bias.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weights as how much each input matters, and learning as changing them.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one neuron can only draw one straight line between two answers.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One neuron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neuron multiplies each input by its weight, adds a bias, and decides: yes if the total is above zero.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say how much each input matters. Training changes them a little at a time: that is learning.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neuron draws one straight line. Questions with yes in the middle need more neurons.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One neuron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 human neuron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How do you decide whether to take an umbrella?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Inputs, weights, bias and the total, worked on the board.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neuron (14 min): Groups of four play the umbrella neuron.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a weight (7 min): Make one weight zero, then negative.</a:t>
            </a:r>
            <a:endParaRPr lang="en-GB" sz="22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2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(6 min): The one-line limit, then the exit ticket.</a:t>
            </a:r>
            <a:endParaRPr lang="en-GB" sz="22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input cards (1 on one side, 0 on the other) and weight cards (3, 2, 1) and a bias card (−1) for each group. Plan five days to call out, including one where the neuron gets it wrong.</a:t>
            </a:r>
            <a:endParaRPr lang="en-GB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One neuron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input in our umbrella neuron should matter most,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a weight of zero mean in real life?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decisions in school are “just right in the middle”?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One neuron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1, 0 and 1, weights 1, 3 and 2, bias −4: what is the total, and what does the neuron say?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neuron</dc:title>
  <dc:subject>PptxGenJS Presentation</dc:subject>
  <dc:creator>Darsi</dc:creator>
  <cp:lastModifiedBy>Darsi</cp:lastModifiedBy>
  <cp:revision>1</cp:revision>
  <dcterms:created xsi:type="dcterms:W3CDTF">2026-10-28T13:28:32Z</dcterms:created>
  <dcterms:modified xsi:type="dcterms:W3CDTF">2026-10-28T13:28:32Z</dcterms:modified>
</cp:coreProperties>
</file>