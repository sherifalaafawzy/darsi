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and phishing: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safety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Passphrases you can remember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phishing message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down your phone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school WhatsApp groups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long beats complicated — and what never to share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warning signs — and what to do next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settings that protect everything on your phone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and habits that protect pupils and staff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tell your family about this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and phishing: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Passwords and phishing: unit check</dc:title>
  <dc:subject>PptxGenJS Presentation</dc:subject>
  <dc:creator>Darsi</dc:creator>
  <cp:lastModifiedBy>Darsi</cp:lastModifiedBy>
  <cp:revision>1</cp:revision>
  <dcterms:created xsi:type="dcterms:W3CDTF">2026-10-27T22:35:09Z</dcterms:created>
  <dcterms:modified xsi:type="dcterms:W3CDTF">2026-10-27T22:35:09Z</dcterms:modified>
</cp:coreProperties>
</file>