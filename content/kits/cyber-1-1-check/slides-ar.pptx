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كلمات المرور والتصيّد الاحتيالي: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كلمات المرور والتصيّد الاحتيالي: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١،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كلمات المرور والتصيّد الاحتيالي: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عبارات مرور تستطيع تذكّرها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 رسالة التصيّد الاحتيالي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أمّن هاتفك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مجموعات واتساب مدرسية أكثر أمانًا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كلمات المرور والتصيّد الاحتيالي: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يتفوّق الطول على التعقيد، وما الذي لا تشاركه أبدًا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خمس علامات تحذير، وماذا تفعل بعدها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ستة إعدادات تحمي كل ما في هاتفك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إعدادات وعادات تحمي الطلاب والعاملين في المدرسة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كلمات المرور والتصيّد الاحتيالي: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الفرق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كوّن فرقًا من أربعة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كل سؤال بصوت عالٍ، ويتّفق كل فريق على إجابة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 الإجابة واطلب من أحد الفرق أن يشرح السبب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أصعب سؤال على السبورة للغد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كلمات المرور والتصيّد الاحتيالي: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فكرة ستستخدمها أولًا؟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سؤال فاجأك،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ستخبر عائلتك عن هذه الوحدة؟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كلمات المرور والتصيّد الاحتيالي: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 واحدة سأستخدمها، ومتى سأستخدمها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كلمات المرور والتصيّد الاحتيالي: اختبار الوحدة</dc:title>
  <dc:subject>PptxGenJS Presentation</dc:subject>
  <dc:creator>Darsi</dc:creator>
  <cp:lastModifiedBy>Darsi</cp:lastModifiedBy>
  <cp:revision>1</cp:revision>
  <dcterms:created xsi:type="dcterms:W3CDTF">2026-10-27T22:35:10Z</dcterms:created>
  <dcterms:modified xsi:type="dcterms:W3CDTF">2026-10-27T22:35:10Z</dcterms:modified>
</cp:coreProperties>
</file>