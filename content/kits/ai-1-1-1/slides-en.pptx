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AI around you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AI is in our own words.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everyday tools into “learns from examples” and “follows a rule”, and explain why.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example of AI from our own lives.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machines only follow fixed steps a person wrote. They do the same thing every time and never learn.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 from many examples, then makes predictions — best guesses — or decisions.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use AI every day: keyboard suggestions, voice typing and spam filters.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or follows a rule?: Sort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how a new pupil learns everyone’s names.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Draw a solar lamp and a clock: “6 pm → on”.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it (12 min): Hold up or call out each card.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talk (8 min): Pairs think of one more thing at home, at school or in the market that might use AI.</a:t>
            </a:r>
            <a:endParaRPr lang="en-GB" sz="20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20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(7 min): Exit ticket: each pupil writes or says one sentence starting “AI is…” and one example.</a:t>
            </a:r>
            <a:endParaRPr lang="en-GB" sz="20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two large boxes on the board and label them “Learns from examples” and “Follows a rule”. Prepare 8 cards: calculator, voice typing, school bell, spam filter, solar lamp timer, phone keyboard, flood alert, traffic light.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someone give you a rule for every face, or did you learn by seeing people many times?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you think so?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examples would it need to learn from?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Spot the AI around you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is… (one sentence) + one example from my life.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the AI around you</dc:title>
  <dc:subject>PptxGenJS Presentation</dc:subject>
  <dc:creator>Darsi</dc:creator>
  <cp:lastModifiedBy>Darsi</cp:lastModifiedBy>
  <cp:revision>1</cp:revision>
  <dcterms:created xsi:type="dcterms:W3CDTF">2026-10-27T22:34:59Z</dcterms:created>
  <dcterms:modified xsi:type="dcterms:W3CDTF">2026-10-27T22:34:59Z</dcterms:modified>
</cp:coreProperties>
</file>