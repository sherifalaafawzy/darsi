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اكتشف الذكاء الاصطناعي من حولك،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الذكاء الاصطناعي من حولك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اكتشف الذكاء الاصطناعي من حولك،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نعبّر بكلماتنا عن معنى الذكاء الاصطناعي.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نفرز الأدوات اليومية إلى «يتعلّم من الأمثلة» و«يتبع قاعدة»، ونشرح السبب.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مثالًا واحدًا على الذكاء الاصطناعي من حياتنا.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اكتشف الذكاء الاصطناعي من حولك،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بعض الآلات تتبع فقط خطوات ثابتة كتبها شخص ما. تفعل الشيء نفسه في كل مرة ولا تتعلّم أبدًا.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يتعلّم الذكاء الاصطناعي الأنماط من أمثلة كثيرة، ثم يقدّم توقّعات — أي أفضل التخمينات — أو يتّخذ قرارات.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 تستخدم الذكاء الاصطناعي كل يوم أصلًا: اقتراحات لوحة المفاتيح، والكتابة بالصوت، وفلاتر الرسائل المزعجة.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اكتشف الذكاء الاصطناعي من حولك،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«يتعلّم أم يتبع قاعدة؟»: لنفرز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اسأل كيف يتعلّم طالب جديد أسماء الجميع.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ارسم مصباحًا شمسيًا وساعة: «السادسة مساءً ← يضيء».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الفرز (١٢ دقيقة): ارفع كل بطاقة أو اقرأها بصوت عالٍ.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حوار ثنائي (٨ دقائق): يفكّر كل زوج من الطلاب في شيء آخر في البيت أو المدرسة أو السوق قد يستخدم الذكاء الاصطناعي.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(٧ دقائق): بطاقة الخروج: يكتب كل طالب أو يقول جملة واحدة تبدأ بـ«الذكاء الاصطناعي هو…» ومثالًا واحدًا.</a:t>
            </a:r>
            <a:endParaRPr lang="ar-SA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مربعين كبيرين على السبّورة، واكتب على أحدهما «يتعلّم من الأمثلة» وعلى الآخر «يتبع قاعدة». جهّز ٨ بطاقات: الآلة الحاسبة، والكتابة بالصوت، وجرس المدرسة، وفلتر الرسائل المزعجة، ومؤقّت المصباح الشمسي، ولوحة مفاتيح الهاتف، وإنذار الفيضانات، وإشارة المرور.</a:t>
            </a:r>
            <a:endParaRPr lang="ar-SA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اكتشف الذكاء الاصطناعي من حولك،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أعطاك أحدٌ قاعدة لكل وجه، أم تعلّمت برؤية الناس مرات كثيرة؟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تظن ذلك؟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أيّ أمثلة سيحتاج أن يتعلّم؟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اكتشف الذكاء الاصطناعي من حولك،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هو… (جملة واحدة) + مثال واحد من حياتي.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اكتشف الذكاء الاصطناعي من حولك</dc:title>
  <dc:subject>PptxGenJS Presentation</dc:subject>
  <dc:creator>Darsi</dc:creator>
  <cp:lastModifiedBy>Darsi</cp:lastModifiedBy>
  <cp:revision>1</cp:revision>
  <dcterms:created xsi:type="dcterms:W3CDTF">2026-10-27T22:34:59Z</dcterms:created>
  <dcterms:modified xsi:type="dcterms:W3CDTF">2026-10-27T22:34:59Z</dcterms:modified>
</cp:coreProperties>
</file>