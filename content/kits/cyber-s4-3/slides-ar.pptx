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 والمدافعون الذين يراقبونها،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الشبكات والمدافعون الذين يراقبونها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 والمدافعون الذين يراقبونها،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ستتعلّم أن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الحزم والعناوين والمسارات.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تذكر أهداف الأمن الثلاثة وتحدّد أيّها تكسره مشكلة ما.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 طبقات الدفاع لشبكة حقيقية.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 والمدافعون الذين يراقبونها،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 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تقفز الحزم بين الموجّهات عبر مسارات كثيرة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السرية، والسلامة، والتوافر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طبقات: جدار حماية، وشبكات منفصلة، وتحديثات، ونسخ احتياطية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أشخاص يراقبون السجلات والإنذارات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 والمدافعون الذين يراقبونها،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دافع عن الشبكة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رحلة صورة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المختبر (٦ دقائق): أبقِ الرسائل متدفقة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الخريطة (٦ دقائق): طبقات الدفاع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(٣ دقائق): تحسين واحد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قصّوا أربع «حزم» من الورق مرقّمة من ١ إلى ٤. ولا تكتبوا كلمات مرور أو أسماء شبكات حقيقية على الخرائط.</a:t>
            </a:r>
            <a:endParaRPr lang="ar-SA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 والمدافعون الذين يراقبونها،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يظل الإنترنت يعمل حين تتعطّل أجزاء منه؟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هدف يكسره تسريب قائمة الصف؟ وتغيير درجة؟ وتوقّف موقع؟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يكفي دفاع واحد قوي؟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 والمدافعون الذين يراقبونها،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دفاع واحدة، والهدف الذي تحميه.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الشبكات والمدافعون الذين يراقبونها</dc:title>
  <dc:subject>PptxGenJS Presentation</dc:subject>
  <dc:creator>Darsi</dc:creator>
  <cp:lastModifiedBy>Darsi</cp:lastModifiedBy>
  <cp:revision>1</cp:revision>
  <dcterms:created xsi:type="dcterms:W3CDTF">2026-10-28T14:44:03Z</dcterms:created>
  <dcterms:modified xsi:type="dcterms:W3CDTF">2026-10-28T14:44:03Z</dcterms:modified>
</cp:coreProperties>
</file>