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 and the defenders who watch them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 and the defenders who watch them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4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 and the defenders who watch them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packets, addresses and routes.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three security goals and spot which one a problem breaks.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layers of defence for a real network.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 and the defenders who watch them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 hop through routers by many routes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Confidentiality, integrity, availability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Layers: firewall, separate networks, updates, backups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watch the logs and alarms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 and the defenders who watch them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Defend the network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A photo’s journey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(6 min): Keep the messages flowing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(6 min): Layers of defence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(3 min): One improvement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four ‘packets’ from paper, numbered 1 to 4. No real passwords or network names on the maps.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 and the defenders who watch them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it through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internet keep working when parts of it break?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goal does a leaked class list break? A changed mark? A crashed website?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one strong defence not enough?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Networks and the defenders who watch them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layer of defence, and the goal it protects.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Networks and the defenders who watch them</dc:title>
  <dc:subject>PptxGenJS Presentation</dc:subject>
  <dc:creator>Darsi</dc:creator>
  <cp:lastModifiedBy>Darsi</cp:lastModifiedBy>
  <cp:revision>1</cp:revision>
  <dcterms:created xsi:type="dcterms:W3CDTF">2026-10-28T14:44:03Z</dcterms:created>
  <dcterms:modified xsi:type="dcterms:W3CDTF">2026-10-28T14:44:03Z</dcterms:modified>
</cp:coreProperties>
</file>