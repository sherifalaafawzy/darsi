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AI models work: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models work: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3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AI models work: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neuron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network learns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Train, test, trust?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 language model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AI models work: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neuron multiplies, adds and decides; learning changes its weights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takes small steps downhill on the error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scores from unseen examples, and ask which mistakes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models predict likely text: ground them, then check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AI models work: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One word for each lesson.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 (15 min): Ten questions; each team agrees one answer.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(8 min): Teams explain the two hardest answers.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check (7 min): Three questions for one real AI claim.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Exit ticket.</a:t>
            </a:r>
            <a:endParaRPr lang="en-GB" sz="24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the quiz sheet (one per team) and read the other questions aloud from this check. Find one real AI claim to check.</a:t>
            </a:r>
            <a:endParaRPr lang="en-GB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AI models work: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idea will you use first?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AI claim in your school deserves the three questions?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AI models work: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I will use, and when I will use it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AI models work: unit check</dc:title>
  <dc:subject>PptxGenJS Presentation</dc:subject>
  <dc:creator>Darsi</dc:creator>
  <cp:lastModifiedBy>Darsi</cp:lastModifiedBy>
  <cp:revision>1</cp:revision>
  <dcterms:created xsi:type="dcterms:W3CDTF">2026-10-28T13:28:36Z</dcterms:created>
  <dcterms:modified xsi:type="dcterms:W3CDTF">2026-10-28T13:28:36Z</dcterms:modified>
</cp:coreProperties>
</file>