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نماذج الذكاء الاصطناعي: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تعمل نماذج الذكاء الاصطناعي: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نماذج الذكاء الاصطناعي: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خلية عصبية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تتعلّم الشبكة العصبية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درّب واختبر… ثم ثِق؟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داخل النموذج اللغوي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نماذج الذكاء الاصطناعي: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الخلية تضرب وتجمع وتقرّر، والتعلّم يغيّر أوزانها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خطوات صغيرة نزولًا على منحدر الخطأ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ثِق بالدرجات المأخوذة من أمثلة لم يرها النموذج، واسأل عن الأخطاء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النماذج اللغوية تتوقّع النص المحتمل: اربطها بمصدر، ثم تحقّق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نماذج الذكاء الاصطناعي: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كلمة واحدة لكل درس.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 (١٥ دقيقة): عشرة أسئلة، ويتّفق كل فريق على إجابة واحدة.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تشرح الفرق أصعب إجابتين.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الادعاء (٧ دقائق): الأسئلة الثلاثة لادعاء حقيقي عن الذكاء الاصطناعي.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بطاقة الخروج.</a:t>
            </a:r>
            <a:endParaRPr lang="ar-SA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اطبع ورقة الاختبار (واحدة لكل فريق)، واقرأ بقية الأسئلة بصوت عالٍ من هذا الاختبار. وابحث عن ادعاء حقيقي عن الذكاء الاصطناعي لفحصه.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نماذج الذكاء الاصطناعي: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ادعاء عن الذكاء الاصطناعي في مدرستك يستحق الأسئلة الثلاثة؟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نماذج الذكاء الاصطناعي: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سأستخدمها، ومتى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تعمل نماذج الذكاء الاصطناعي: اختبار الوحدة</dc:title>
  <dc:subject>PptxGenJS Presentation</dc:subject>
  <dc:creator>Darsi</dc:creator>
  <cp:lastModifiedBy>Darsi</cp:lastModifiedBy>
  <cp:revision>1</cp:revision>
  <dcterms:created xsi:type="dcterms:W3CDTF">2026-10-28T13:28:36Z</dcterms:created>
  <dcterms:modified xsi:type="dcterms:W3CDTF">2026-10-28T13:28:36Z</dcterms:modified>
</cp:coreProperties>
</file>