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صمّم حلًّا بالذكاء الاصطناعي،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 حلًّا بالذكاء الاصطناعي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صمّم حلًّا بالذكاء الاصطناعي،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نبدأ من مشكلة محلية حقيقية ومن أصحابها، ونسأل هل نحتاج إلى الذكاء الاصطناعي.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للبيانات: من أين تأتي، وبإذن مَن، وماذا يفعل بها الذكاء الاصطناعي.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لتجنّب الضرر: مَن قد يتأذّى، وكيف يبقى إنسان مسؤولًا.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صمّم حلًّا بالذكاء الاصطناعي،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الناس أولًا ثم الأداة: فقد يتفوّق حلّ بسيط على الذكاء الاصطناعي.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البيانات التي تحتاج إليها فقط، بإذن أصحابها، ولا شيء شخصيًا إلا بموافقتهم.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قول «لا أعرف» بصدق، وعرض المصدر، ووجود إنسان مسؤول تجعل الذكاء الاصطناعي أكثر أمانًا.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صمّم حلًّا بالذكاء الاصطناعي،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تحدّي التصميم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المشكلات (٤ دقائق): يكتب كلّ واحد مشكلتين يراهما في المدرسة أو قريبًا منها.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(٤ دقائق): اختاروا واحدة، وحدّدوا مَن يعانيها ومتى.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 بسيط؟ (٥ دقائق): ابحثوا عن أبسط حلّ من دون ذكاء اصطناعي، ثم قرّروا هل نحتاج إليه.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(١٠ دقائق): املؤوا العناوين الخمسة لخطة التصميم في صفحة واحدة.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الضرر (٥ دقائق): تبادلوا الخطط، وابحثوا عن طريقة قد تؤذي بها الخطة الأخرى أحدًا.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من ثلاثة أو أربعة، في المدرسة أو في البيت. تحتاج إلى ورقة كبيرة وأقلام.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صمّم حلًّا بالذكاء الاصطناعي،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مشكلة قريبة منك تودّ أكثر أن تحلّها، ومَن يعانيها؟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تكون لوحة الإعلانات أفضل من الذكاء الاصطناعي؟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ينبغي أن يكون مسؤولًا حين يخطئ الذكاء الاصطناعي الذي صمّمته؟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صمّم حلًّا بالذكاء الاصطناعي،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مشكلتي، ومَن يعانيها، وهل نحتاج فعلًا إلى الذكاء الاصطناعي.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صمّم حلًّا بالذكاء الاصطناعي</dc:title>
  <dc:subject>PptxGenJS Presentation</dc:subject>
  <dc:creator>Darsi</dc:creator>
  <cp:lastModifiedBy>Darsi</cp:lastModifiedBy>
  <cp:revision>1</cp:revision>
  <dcterms:created xsi:type="dcterms:W3CDTF">2026-10-28T14:43:43Z</dcterms:created>
  <dcterms:modified xsi:type="dcterms:W3CDTF">2026-10-28T14:43:43Z</dcterms:modified>
</cp:coreProperties>
</file>