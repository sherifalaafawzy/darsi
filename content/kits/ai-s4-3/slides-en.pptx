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 solution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AI solution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 solution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real local problem and its people, and ask whether AI is needed.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data: where from, with whose permission, and what the AI does with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harm: who could be hurt, and how a person stays in charge.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 solution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first, then the tool: a simple fix may beat AI.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the data you need, with permission, and nothing personal unless people agree.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“I don’t know”, a source and a person in charge make AI safer.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 solution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sprint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(4 min): Each person lists two problems they see at school or nearby.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(4 min): Pick one, and name who has it and when.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fix? (5 min): Find the simplest fix without AI, then decide if AI is needed.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(10 min): Fill in the five headings of a design plan on one page.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 check (5 min): Swap plans and find one way the other plan could hurt someone.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group of three or four, at school or at home. You need a large sheet of paper and pens.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 solution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problem near you would you most like to solve, and who has it?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a notice board better than an AI?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be in charge when your AI makes a mistake?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 solution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problem, who has it, and whether AI is really needed.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 AI solution</dc:title>
  <dc:subject>PptxGenJS Presentation</dc:subject>
  <dc:creator>Darsi</dc:creator>
  <cp:lastModifiedBy>Darsi</cp:lastModifiedBy>
  <cp:revision>1</cp:revision>
  <dcterms:created xsi:type="dcterms:W3CDTF">2026-10-28T14:43:43Z</dcterms:created>
  <dcterms:modified xsi:type="dcterms:W3CDTF">2026-10-28T14:43:43Z</dcterms:modified>
</cp:coreProperties>
</file>