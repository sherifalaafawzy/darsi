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طاقة من البطاريات والشمس،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طاقة من البطاريات والشمس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٣، الدرس ٤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طاقة من البطاريات والشمس،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لماذا يستهلك جهاز الإرسال من البطارية أكثر من أي جزء آخر.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تُطيل عمر البطارية بالنوم وبالإرسال على فترات أبعد.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تصف كيف يُبقي لوح شمسي صغير المستشعر يعمل.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طاقة من البطاريات والشمس،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اجعلها تدوم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الساعات = السعة ÷ متوسط التيار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جهاز الإرسال أكثر الأجزاء استهلاكًا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نَم أغلب الوقت، وأرسل أقل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الشمس نهارًا، والبطارية ليلًا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طاقة من البطاريات والشمس،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حسابات البطارية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اعثر على سعتين أو ثلاث مكتوبة بالـmAh.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خطّط على أساس ٧٠٪ من كل سعة.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احسب الساعات عند ١٠٠ وعند ١٠ ملّي أمبير.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خطّط لمستشعر حديقة: ماذا، وكم مرة، وأي جهاز إرسال.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قرّر: هل يحتاج إلى لوح شمسي؟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تفتح بطارية أو تسحقها أو تثقبها أو تسخّنها أبدًا، ولا تترك بطاريات الليثيوم أو البطاريات المتنقلة في الشمس الحارة. وأبعد البطاريات الزرّية عن الأطفال الصغار.</a:t>
            </a:r>
            <a:endParaRPr lang="ar-SA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طاقة من البطاريات والشمس،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البيانات من حولك يجب أن تكون حديثة كل ثانية، وأيّها يمكن أن ينتظر ساعة؟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في مدرستك يكون مستشعر يعمل بالطاقة الشمسية مفيدًا؟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تناسب بطارية الزر البلوتوث منخفض الطاقة ولا تناسب الواي فاي؟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طاقة من البطاريات والشمس،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مستشعر يرسل كل دقيقة عبر الواي فاي. اذكر طريقتين لتجعل بطاريته تدوم أطول.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طاقة من البطاريات والشمس</dc:title>
  <dc:subject>PptxGenJS Presentation</dc:subject>
  <dc:creator>Darsi</dc:creator>
  <cp:lastModifiedBy>Darsi</cp:lastModifiedBy>
  <cp:revision>1</cp:revision>
  <dcterms:created xsi:type="dcterms:W3CDTF">2026-10-28T14:44:19Z</dcterms:created>
  <dcterms:modified xsi:type="dcterms:W3CDTF">2026-10-28T14:44:19Z</dcterms:modified>
</cp:coreProperties>
</file>