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 from batteries and the sun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from batteries and the sun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3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 from batteries and the sun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device's radio uses more battery than anything else.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battery last longer by sleeping and sending less often.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a small solar panel keeps a sensor running.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 from batteries and the sun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last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= capacity ÷ average current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radio is the hungriest part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most of the time; send less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by day, battery by night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 from batteries and the sun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sums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two or three mAh labels.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with 70% of each label.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the hours at 100 mA and at 10 mA.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garden sensor: what, how often, which radio.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does it need a solar panel?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open, crush, puncture or heat a battery, and never leave lithium batteries or power banks in hot sun. Keep button batteries away from small children.</a:t>
            </a:r>
            <a:endParaRPr lang="en-GB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 from batteries and the sun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data around you must be fresh every second, and which could wait an hour?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at your school would a solar-powered sensor be useful?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a coin cell suit Bluetooth LE but not Wi-Fi?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Power from batteries and the sun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sensor sends every minute over Wi-Fi. Name two ways to make its battery last longer.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from batteries and the sun</dc:title>
  <dc:subject>PptxGenJS Presentation</dc:subject>
  <dc:creator>Darsi</dc:creator>
  <cp:lastModifiedBy>Darsi</cp:lastModifiedBy>
  <cp:revision>1</cp:revision>
  <dcterms:created xsi:type="dcterms:W3CDTF">2026-10-28T14:44:19Z</dcterms:created>
  <dcterms:modified xsi:type="dcterms:W3CDTF">2026-10-28T14:44:19Z</dcterms:modified>
</cp:coreProperties>
</file>