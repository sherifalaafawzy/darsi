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تحقّق قبل أن تثق،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تحقّق قبل أن تثق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الاصطناعي، المستوى ١، الدرس ٤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تحقّق قبل أن تثق،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نشرح أن روبوت الدردشة قد يبدو واثقًا ومع ذلك يكون مخطئًا.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نذكر طرقًا للتحقّق من معلومة: الكتاب المدرسي، أو المعلّم، أو المكتبة، أو أحد كبار السن.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نستخدم «اسأل ← تحقّق ← قرّر»، ونحافظ على خصوصية البيانات الشخصية.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تحقّق قبل أن تثق،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تذكّر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5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يكتب روبوت الدردشة بتوقّع الكلمات المحتملة. ولا يتحقّق من المعلومات كما يفعل الشخص الحريص، لذا قد يبدو واثقًا وهو مخطئ.</a:t>
            </a:r>
            <a:endParaRPr lang="ar-SA" sz="25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5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الهلوسة إجابة سلسة واثقة لكنها خاطئة — بل قد تكون اقتباسًا أو كتابًا أو قضية مختلقة. والذكاء الاصطناعي لا يكذب عن قصد.</a:t>
            </a:r>
            <a:endParaRPr lang="ar-SA" sz="25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5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اسأل بوضوح دون بيانات الطلاب الشخصية، وتحقّق من المعلومات المهمة في مصدر موثوق، ثم قرّر. أنت المعلّم، والذكاء الاصطناعي أداة.</a:t>
            </a:r>
            <a:endParaRPr lang="ar-SA" sz="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تحقّق قبل أن تثق،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«اكتشف المعلومة المختلقة»: لنكتشفها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التمهيد (٥ دقائق): اسأل: «يخبرك صديق بشيء مفاجئ. كيف تعرف إن كان صحيحًا؟» ودوّن أفكار الطلاب على السبّورة.</a:t>
            </a:r>
            <a:endParaRPr lang="ar-SA" sz="19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الشرح (٨ دقائق): اشرح أن روبوتات الدردشة برامج حاسوبية — وليست روبوتات حقيقية — تكتب بتخمين الكلمات المحتملة.</a:t>
            </a:r>
            <a:endParaRPr lang="ar-SA" sz="19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الاكتشاف (١٢ دقيقة): اقرأ العبارات الخمس بصوت «روبوت» واثق.</a:t>
            </a:r>
            <a:endParaRPr lang="ar-SA" sz="19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حوار ثنائي (٨ دقائق): اكتب العبارات الثلاث الإضافية على السبّورة.</a:t>
            </a:r>
            <a:endParaRPr lang="ar-SA" sz="19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الختام (٧ دقائق): اكتب «اسأل ← تحقّق ← قرّر» على السبّورة.</a:t>
            </a:r>
            <a:endParaRPr lang="ar-SA" sz="19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اختر أربع معلومات صحيحة من كتاب طلابك المدرسي، ودوّن رقم صفحة كل منها. واكتب عبارة خاطئة واحدة تبدو واثقة بالقدر نفسه، مثل «الخفافيش طيور». وجهّز ثلاث عبارات أخرى للحوار الثنائي.</a:t>
            </a:r>
            <a:endParaRPr lang="ar-SA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تحقّق قبل أن تثق،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قول الشيء بثقة يجعله صحيحًا؟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عبارة اختلقتُها — وكيف يمكنكم التحقّق؟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أين يمكننا التحقّق من هذا، ومَن يمكننا أن نسأل؟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تحقّق قبل أن تثق،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معلومة واحدة تعلّمتها اليوم، وأين سأتحقّق منها.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تحقّق قبل أن تثق</dc:title>
  <dc:subject>PptxGenJS Presentation</dc:subject>
  <dc:creator>Darsi</dc:creator>
  <cp:lastModifiedBy>Darsi</cp:lastModifiedBy>
  <cp:revision>1</cp:revision>
  <dcterms:created xsi:type="dcterms:W3CDTF">2026-10-27T22:35:02Z</dcterms:created>
  <dcterms:modified xsi:type="dcterms:W3CDTF">2026-10-27T22:35:02Z</dcterms:modified>
</cp:coreProperties>
</file>