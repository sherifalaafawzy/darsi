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Check before you trust</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7A5000"/>
                </a:solidFill>
                <a:latin typeface="Arial" pitchFamily="34" charset="0"/>
                <a:ea typeface="Arial" pitchFamily="34" charset="-122"/>
                <a:cs typeface="Arial" pitchFamily="34" charset="-120"/>
              </a:rPr>
              <a:t>AI · Level 1 · Lesson 4</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we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Explain that a chatbot can sound sure and still be wrong.</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Name ways to check a fact: a textbook, a teacher, a library or an elder.</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Use Ask → Check → Decide, and keep personal details private.</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Remember</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200"/>
              </a:spcAft>
              <a:buSzPct val="100000"/>
              <a:buChar char="●"/>
            </a:pPr>
            <a:r>
              <a:rPr lang="en-GB" altLang="en-US" sz="2400" dirty="0">
                <a:solidFill>
                  <a:srgbClr val="1E1A33"/>
                </a:solidFill>
                <a:latin typeface="Arial" pitchFamily="34" charset="0"/>
                <a:ea typeface="Arial" pitchFamily="34" charset="-122"/>
                <a:cs typeface="Arial" pitchFamily="34" charset="-120"/>
              </a:rPr>
              <a:t>A chatbot writes by predicting likely words. It doesn’t check facts the way a careful person does, so it can sound sure and be wrong.</a:t>
            </a:r>
            <a:endParaRPr lang="en-GB" sz="2400" dirty="0"/>
          </a:p>
          <a:p>
            <a:pPr algn="l" marL="342900" indent="-342900">
              <a:spcAft>
                <a:spcPts val="1200"/>
              </a:spcAft>
              <a:buSzPct val="100000"/>
              <a:buChar char="●"/>
            </a:pPr>
            <a:r>
              <a:rPr lang="en-GB" altLang="en-US" sz="2400" dirty="0">
                <a:solidFill>
                  <a:srgbClr val="1E1A33"/>
                </a:solidFill>
                <a:latin typeface="Arial" pitchFamily="34" charset="0"/>
                <a:ea typeface="Arial" pitchFamily="34" charset="-122"/>
                <a:cs typeface="Arial" pitchFamily="34" charset="-120"/>
              </a:rPr>
              <a:t>A hallucination is a fluent, confident answer that is false — even a made-up quote, book or court case. The AI isn’t lying on purpose.</a:t>
            </a:r>
            <a:endParaRPr lang="en-GB" sz="2400" dirty="0"/>
          </a:p>
          <a:p>
            <a:pPr algn="l" marL="342900" indent="-342900">
              <a:spcAft>
                <a:spcPts val="1200"/>
              </a:spcAft>
              <a:buSzPct val="100000"/>
              <a:buChar char="●"/>
            </a:pPr>
            <a:r>
              <a:rPr lang="en-GB" altLang="en-US" sz="2400" dirty="0">
                <a:solidFill>
                  <a:srgbClr val="1E1A33"/>
                </a:solidFill>
                <a:latin typeface="Arial" pitchFamily="34" charset="0"/>
                <a:ea typeface="Arial" pitchFamily="34" charset="-122"/>
                <a:cs typeface="Arial" pitchFamily="34" charset="-120"/>
              </a:rPr>
              <a:t>Ask clearly without pupils’ personal details, check important facts in a trusted source, then decide. You are the teacher; the AI is a tool.</a:t>
            </a:r>
            <a:endParaRPr lang="en-GB"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Spot the made-up fact: Spot it</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Warm-up (5 min): Ask: “A friend tells you something surprising. How do you find out if it’s true?” List pupils’ ideas on the board.</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Teach (8 min): Explain that chatbots are computer programs — not robots — that write by guessing likely words.</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Spot it (12 min): Read the five statements in a confident ‘robot’ voice.</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Pair talk (8 min): Write the three extra statements on the board.</a:t>
            </a:r>
            <a:endParaRPr lang="en-GB" sz="1800" dirty="0"/>
          </a:p>
          <a:p>
            <a:pPr algn="l" marL="342900" indent="-342900">
              <a:spcAft>
                <a:spcPts val="900"/>
              </a:spcAft>
              <a:buSzPct val="100000"/>
              <a:buFont typeface="+mj-lt"/>
              <a:buAutoNum type="arabicPeriod" startAt="1"/>
            </a:pPr>
            <a:r>
              <a:rPr lang="en-GB" altLang="en-US" sz="1800" dirty="0">
                <a:solidFill>
                  <a:srgbClr val="1E1A33"/>
                </a:solidFill>
                <a:latin typeface="Arial" pitchFamily="34" charset="0"/>
                <a:ea typeface="Arial" pitchFamily="34" charset="-122"/>
                <a:cs typeface="Arial" pitchFamily="34" charset="-120"/>
              </a:rPr>
              <a:t>Wrap-up (7 min): Write Ask → Check → Decide on the board.</a:t>
            </a:r>
            <a:endParaRPr lang="en-GB" sz="18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400" b="1" dirty="0">
                <a:solidFill>
                  <a:srgbClr val="1E1A33"/>
                </a:solidFill>
                <a:latin typeface="Arial" pitchFamily="34" charset="0"/>
                <a:ea typeface="Arial" pitchFamily="34" charset="-122"/>
                <a:cs typeface="Arial" pitchFamily="34" charset="-120"/>
              </a:rPr>
              <a:t>Pick four true facts from your pupils’ textbook and note each page. Write one false statement that sounds just as sure, such as “Bats are birds.” Prepare three more statements for pair talk.</a:t>
            </a:r>
            <a:endParaRPr lang="en-GB"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Does saying something confidently make it true?</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Which statement did I make up — and how could you check?</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Where could we check this, and who could we ask?</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Check before you trust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Exit ticket</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One fact I learned today, and where I would check it.</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 before you trust</dc:title>
  <dc:subject>PptxGenJS Presentation</dc:subject>
  <dc:creator>Darsi</dc:creator>
  <cp:lastModifiedBy>Darsi</cp:lastModifiedBy>
  <cp:revision>1</cp:revision>
  <dcterms:created xsi:type="dcterms:W3CDTF">2026-10-27T22:35:02Z</dcterms:created>
  <dcterms:modified xsi:type="dcterms:W3CDTF">2026-10-27T22:35:02Z</dcterms:modified>
</cp:coreProperties>
</file>