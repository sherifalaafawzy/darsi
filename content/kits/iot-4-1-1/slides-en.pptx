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Start from a problem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problem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Start from a problem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school problem into a measurable question and a success measure.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sensors, power and network by weighing needs, cost and upkeep with the people affected.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one-page project plan with roles for pupils.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Start from a problem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first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problem people feel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question a sensor can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Success: a number and a date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weights with those affected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Start from a problem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hunt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box of sensors in a cupboard. Why?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From problem to question to success measure.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(10 min): Groups list three problems, who they hurt, what to measure.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(5 min): Each group pitches one; the class votes.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(12 min): Draft the one-page plan together on the board.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class, ask the caretaker or a cleaner which school problem they would fix first: their answer makes a good example. Keep the hunt to problems, not complaints about people, and use no names.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Start from a problem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problem did your pupils choose, and who does it hurt most?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you measure first with no sensor at all?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outside the class must agree before you build anything?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Start from a problem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measurable question and one success measure for a school problem.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 from a problem</dc:title>
  <dc:subject>PptxGenJS Presentation</dc:subject>
  <dc:creator>Darsi</dc:creator>
  <cp:lastModifiedBy>Darsi</cp:lastModifiedBy>
  <cp:revision>1</cp:revision>
  <dcterms:created xsi:type="dcterms:W3CDTF">2026-10-28T09:45:04Z</dcterms:created>
  <dcterms:modified xsi:type="dcterms:W3CDTF">2026-10-28T09:45:04Z</dcterms:modified>
</cp:coreProperties>
</file>