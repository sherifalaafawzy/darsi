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ابدأ من مشكلة،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ابدأ من مشكلة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إنترنت الأشياء، المستوى ٤، الدرس ١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ابدأ من مشكلة،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نحوّل مشكلة في المدرسة إلى سؤال قابل للقياس ومقياس للنجاح.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نختار المستشعرات والطاقة والشبكة بموازنة الاحتياجات والكلفة والصيانة مع المتأثّرين بالمشكلة.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نكتب خطة مشروع في صفحة واحدة، فيها أدوار للطلاب.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ابدأ من مشكلة،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 أولًا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ابدأ من مشكلة يشعر بها الناس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اسأل سؤالًا يجيب عنه مستشعر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النجاح: رقم وتاريخ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اتفق على الأوزان مع المتأثّرين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ابدأ من مشكلة،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البحث عن المشكلات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تمهيد (٥ دقائق): صندوق المستشعرات في الخزانة. لماذا؟</a:t>
            </a:r>
            <a:endParaRPr lang="ar-SA" sz="23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الشرح (٨ دقائق): من المشكلة إلى السؤال إلى مقياس النجاح.</a:t>
            </a:r>
            <a:endParaRPr lang="ar-SA" sz="23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البحث (١٠ دقائق): تكتب المجموعات ثلاث مشكلات، ومن تضرّ، وماذا نقيس.</a:t>
            </a:r>
            <a:endParaRPr lang="ar-SA" sz="23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التصويت (٥ دقائق): تعرض كل مجموعة مشكلة، ويصوّت الصف.</a:t>
            </a:r>
            <a:endParaRPr lang="ar-SA" sz="23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التخطيط (١٢ دقيقة): نكتب خطة الصفحة الواحدة معًا على السبورة.</a:t>
            </a:r>
            <a:endParaRPr lang="ar-SA" sz="23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الحصة، اسأل عامل الصيانة أو أحد عمّال النظافة عن المشكلة التي يودّ حلّها أولًا، فإجابته مثال جيد. واجعل البحث عن المشكلات لا عن الشكوى من الأشخاص، ولا تذكر أسماء.</a:t>
            </a:r>
            <a:endParaRPr lang="ar-SA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ابدأ من مشكلة،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مشكلة اختارها طلابك، ومن تضرّ أكثر من غيره؟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الذي يمكنك قياسه أولًا دون أي مستشعر؟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خارج الصف يجب أن يوافق قبل أن تبني أي شيء؟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ابدأ من مشكلة،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سؤالًا واحدًا قابلًا للقياس ومقياس نجاح واحدًا لمشكلة في المدرسة.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ابدأ من مشكلة</dc:title>
  <dc:subject>PptxGenJS Presentation</dc:subject>
  <dc:creator>Darsi</dc:creator>
  <cp:lastModifiedBy>Darsi</cp:lastModifiedBy>
  <cp:revision>1</cp:revision>
  <dcterms:created xsi:type="dcterms:W3CDTF">2026-10-28T09:45:04Z</dcterms:created>
  <dcterms:modified xsi:type="dcterms:W3CDTF">2026-10-28T09:45:04Z</dcterms:modified>
</cp:coreProperties>
</file>