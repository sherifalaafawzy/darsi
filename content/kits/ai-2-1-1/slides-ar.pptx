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يكتب روبوت الدردشة،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يكتب روبوت الدردشة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٢، الدرس ١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يكتب روبوت الدردشة،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نبني جملة كلمةً محتملة تلو الأخرى، كما يفعل روبوت الدردشة.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لماذا قد تبدو الجملة صحيحة وهي غير صحيحة.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نتحقّق من معلومة بالرجوع إلى الكتاب المدرسي.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يكتب روبوت الدردشة،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تذكّر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يكتب روبوت الدردشة قطعة صغيرة (رمزًا) تلو الأخرى، ويختار في كل مرة قطعة تالية محتملة.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تعلّم أنماطًا من كميات هائلة من النصوص، لكنه لا يتحقّق من المعلومات.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 يبدو الكلام صحيحًا لا يعني أنه صحيح: تحقّق من المعلومات المهمة.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يكتب روبوت الدردشة،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روبوت الدردشة البشري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(٥ دقائق): تقترح لوحات مفاتيح الهواتف الكلمة التالية. مَن رأى ذلك؟</a:t>
            </a:r>
            <a:endParaRPr lang="ar-SA" sz="21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(٨ دقائق): كيف يكتب روبوت الدردشة: كلمة محتملة تلو الأخرى.</a:t>
            </a:r>
            <a:endParaRPr lang="ar-SA" sz="21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روبوت الدردشة البشري (١٥ دقيقة): تبني المجموعات جملًا، كلمةً لكل طالب.</a:t>
            </a:r>
            <a:endParaRPr lang="ar-SA" sz="21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التحقّق (٧ دقائق): هل كل جملة صحيحة؟ وكيف نتحقّق منها؟</a:t>
            </a:r>
            <a:endParaRPr lang="ar-SA" sz="21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(٥ دقائق): اربط اللعبة بروبوتات الدردشة، ثم بطاقة الخروج.</a:t>
            </a:r>
            <a:endParaRPr lang="ar-SA" sz="21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جهّز ثلاث بدايات جمل: اثنتين من موضوعات هذا الأسبوع، مثل: «في موسم الأمطار، يقوم المزارعون…» و«يضخّ القلب…»، وثالثة لا يعرف أحد تكملتها، مثل: «افتُتحت مدرستنا في عام…». وجهّز صفحة الكتاب المدرسي، ليتحقّق الصف من جملة واحدة على الأقل.</a:t>
            </a:r>
            <a:endParaRPr lang="ar-SA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يكتب روبوت الدردشة،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بدت بعض جملنا صحيحة مع أنها لم تكن كذلك؟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متى يكون اختيار روبوت الدردشة للكلمات مع قدر من المصادفة ممتعًا، ومتى يكون مشكلة؟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نتحقّق من معلومة يعطينا إياها روبوت دردشة؟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يكتب روبوت الدردشة،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جملة تبدو صحيحة لكنها غير صحيحة، وكيف ستتحقّق منها.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كيف يكتب روبوت الدردشة</dc:title>
  <dc:subject>PptxGenJS Presentation</dc:subject>
  <dc:creator>Darsi</dc:creator>
  <cp:lastModifiedBy>Darsi</cp:lastModifiedBy>
  <cp:revision>1</cp:revision>
  <dcterms:created xsi:type="dcterms:W3CDTF">2026-10-28T09:48:56Z</dcterms:created>
  <dcterms:modified xsi:type="dcterms:W3CDTF">2026-10-28T09:48:56Z</dcterms:modified>
</cp:coreProperties>
</file>