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How a chatbot writes</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7A5000"/>
                </a:solidFill>
                <a:latin typeface="Arial" pitchFamily="34" charset="0"/>
                <a:ea typeface="Arial" pitchFamily="34" charset="-122"/>
                <a:cs typeface="Arial" pitchFamily="34" charset="-120"/>
              </a:rPr>
              <a:t>AI · Level 2 · Lesson 1</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we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Build a sentence one likely word at a time, like a chatbot.</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Explain why a sentence can sound right and still be untrue.</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Check a fact against the textbook.</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Remember</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A chatbot writes one small piece (a token) at a time, choosing a likely next one.</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It learned patterns from huge amounts of text; it doesn’t check facts.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Sounding right is not the same as being true: check the facts that matter.</a:t>
            </a:r>
            <a:endParaRPr lang="en-GB"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Human chatbot</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Warm-up (5 min): Phone keyboards suggest the next word. Who has seen this?</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Teach (8 min): How a chatbot writes: one likely word at a time.</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Human chatbot (15 min): Groups build sentences, one word each.</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Check it (7 min): Is each sentence true? How would we check?</a:t>
            </a:r>
            <a:endParaRPr lang="en-GB" sz="2100" dirty="0"/>
          </a:p>
          <a:p>
            <a:pPr algn="l" marL="342900" indent="-342900">
              <a:spcAft>
                <a:spcPts val="1100"/>
              </a:spcAft>
              <a:buSzPct val="100000"/>
              <a:buFont typeface="+mj-lt"/>
              <a:buAutoNum type="arabicPeriod" startAt="1"/>
            </a:pPr>
            <a:r>
              <a:rPr lang="en-GB" altLang="en-US" sz="2100" dirty="0">
                <a:solidFill>
                  <a:srgbClr val="1E1A33"/>
                </a:solidFill>
                <a:latin typeface="Arial" pitchFamily="34" charset="0"/>
                <a:ea typeface="Arial" pitchFamily="34" charset="-122"/>
                <a:cs typeface="Arial" pitchFamily="34" charset="-120"/>
              </a:rPr>
              <a:t>Wrap-up (5 min): Link the game to chatbots, then the exit ticket.</a:t>
            </a:r>
            <a:endParaRPr lang="en-GB" sz="21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200" b="1" dirty="0">
                <a:solidFill>
                  <a:srgbClr val="1E1A33"/>
                </a:solidFill>
                <a:latin typeface="Arial" pitchFamily="34" charset="0"/>
                <a:ea typeface="Arial" pitchFamily="34" charset="-122"/>
                <a:cs typeface="Arial" pitchFamily="34" charset="-120"/>
              </a:rPr>
              <a:t>Prepare three starters: two from this week’s topics, for example “In the rainy season, farmers…” and “The heart pumps…”, and one nobody can know, such as “Our school was opened in the year…”. Have the textbook page ready, so the class can check at least one sentence.</a:t>
            </a: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Why did some of our sentences sound right even when they weren’t true?</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When is it fun that a chatbot picks words with a little chance, and when is it a problem?</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How could we check a fact that a chatbot gives us?</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How a chatbot writes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Exit ticket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Write one sentence that sounds right but is not true, and how you would check it.</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chatbot writes</dc:title>
  <dc:subject>PptxGenJS Presentation</dc:subject>
  <dc:creator>Darsi</dc:creator>
  <cp:lastModifiedBy>Darsi</cp:lastModifiedBy>
  <cp:revision>1</cp:revision>
  <dcterms:created xsi:type="dcterms:W3CDTF">2026-10-28T09:48:56Z</dcterms:created>
  <dcterms:modified xsi:type="dcterms:W3CDTF">2026-10-28T09:48:56Z</dcterms:modified>
</cp:coreProperties>
</file>