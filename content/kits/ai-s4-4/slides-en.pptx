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and pitch it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and pitch it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4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and pitch it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 paper prototype with real users, and change it.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your AI decides, in words a user understands.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it in two minutes: problem, users, data, how it works, risks, trust.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and pitch it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where users get stuck, and don’t help: that’s your most useful data.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in plain words: what it uses, what it does, how sure it is.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risks and your plan for them: honesty builds trust.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and pitch it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practice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(6 min): Draw two or three screens of your idea on paper.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(6 min): One person plays the user, one the AI; the rest take notes.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(4 min): Fix one thing that confused the user.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(8 min): Each person or team pitches for two minutes.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(5 min): Listeners ask questions; the team writes them down.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group or your family. You need paper, pens and a timer (any phone or watch).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and pitch it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your user find confusing, and why didn’t you notice it yourself?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explain your AI to a grandparent in one sentence?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naming the risks make people trust a pitch more?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Test and pitch it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explaining how my AI decides, in my user’s words.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and pitch it</dc:title>
  <dc:subject>PptxGenJS Presentation</dc:subject>
  <dc:creator>Darsi</dc:creator>
  <cp:lastModifiedBy>Darsi</cp:lastModifiedBy>
  <cp:revision>1</cp:revision>
  <dcterms:created xsi:type="dcterms:W3CDTF">2026-10-28T14:43:44Z</dcterms:created>
  <dcterms:modified xsi:type="dcterms:W3CDTF">2026-10-28T14:43:44Z</dcterms:modified>
</cp:coreProperties>
</file>