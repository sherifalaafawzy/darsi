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 حلّك واعرضه،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حلّك واعرضه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 حلّك واعرضه،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نختبر نموذجًا ورقيًا مع مستخدمين حقيقيين، ونغيّره.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يقرّر نظامك، بكلمات يفهمها المستخدم.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نعرضه في دقيقتين: المشكلة، والمستخدمون، والبيانات، وطريقة العمل، والمخاطر، والثقة.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 حلّك واعرضه،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أين يتوقّف المستخدمون، ولا تساعدهم: فهذه أهمّ بياناتك.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بكلمات بسيطة: ما الذي يستخدمه، وماذا يفعل، وما مدى ثقته.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سمِّ المخاطر وخطتك لمواجهتها: فالصدق يبني الثقة.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 حلّك واعرضه،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على العرض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(٦ دقائق): ارسم شاشتين أو ثلاثًا من فكرتك على الورق.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(٦ دقائق): يؤدّي واحد دور المستخدم وآخر دور الذكاء الاصطناعي، ويدوّن الباقون الملاحظات.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التغيير (٤ دقائق): أصلح شيئًا واحدًا أربك المستخدم.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(٨ دقائق): يعرض كلّ شخص أو فريق دقيقتين.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الأسئلة (٥ دقائق): يطرح المستمعون أسئلة، ويدوّنها الفريق.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أو لأسرتك. تحتاج إلى ورق وأقلام ومؤقّت (أيّ هاتف أو ساعة).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 حلّك واعرضه،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أربك المستخدم، ولماذا لم تلاحظه بنفسك؟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تشرح نظامك لجدّك أو جدّتك في جملة واحدة؟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يجعل ذكرُ المخاطر الناسَ يثقون بالعرض أكثر؟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 حلّك واعرضه،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جملة واحدة تشرح كيف يقرّر نظامي، بكلمات المستخدم.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اختبر حلّك واعرضه</dc:title>
  <dc:subject>PptxGenJS Presentation</dc:subject>
  <dc:creator>Darsi</dc:creator>
  <cp:lastModifiedBy>Darsi</cp:lastModifiedBy>
  <cp:revision>1</cp:revision>
  <dcterms:created xsi:type="dcterms:W3CDTF">2026-10-28T14:43:44Z</dcterms:created>
  <dcterms:modified xsi:type="dcterms:W3CDTF">2026-10-28T14:43:44Z</dcterms:modified>
</cp:coreProperties>
</file>