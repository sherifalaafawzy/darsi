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 it on: mesh networks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it on: mesh networks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 it on: mesh networks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mesh passes messages hop by hop to a gateway.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weak points in a network and fix them with relays.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why a mesh keeps working when one device fails.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 it on: mesh networks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by hop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hop from neighbour to neighbour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route when a device fails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Relays fill gaps and help lonely sensors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gateway: every route ends there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 it on: mesh networks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mesh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map with ten sensors and a gateway.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string to the radio's range.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every pair the string reaches.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cut-off and one-link sensors.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relays, then count the hops.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scissors carefully. If you try a human mesh outside, stay inside the school grounds and away from roads, and pass notes only to someone within arm's reach.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 it on: mesh networks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to your network when you removed one sensor?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sensors near the gateway run down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 your town would a mesh help, and what could break 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 it on: mesh networks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mesh keep working when one sensor fails?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 it on: mesh networks</dc:title>
  <dc:subject>PptxGenJS Presentation</dc:subject>
  <dc:creator>Darsi</dc:creator>
  <cp:lastModifiedBy>Darsi</cp:lastModifiedBy>
  <cp:revision>1</cp:revision>
  <dcterms:created xsi:type="dcterms:W3CDTF">2026-10-28T14:44:22Z</dcterms:created>
  <dcterms:modified xsi:type="dcterms:W3CDTF">2026-10-28T14:44:22Z</dcterms:modified>
</cp:coreProperties>
</file>