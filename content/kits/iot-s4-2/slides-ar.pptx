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مرّرها: الشبكات المتشابكة،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مرّرها: الشبكات المتشابكة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مرّرها: الشبكات المتشابكة،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ستشرح كيف تمرّر الشبكة المتشابكة الرسائل قفزة بعد قفزة إلى البوابة.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ستجد نقاط الضعف في شبكة وتصلحها بالمكرّرات.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ستوضّح لماذا تبقى الشبكة المتشابكة عاملة حين يتعطّل جهاز واحد.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مرّرها: الشبكات المتشابكة،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قفزة بعد قفزة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تقفز الرسائل من جار إلى جار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 آخر حين يتعطّل جهاز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المكرّرات تسدّ الفجوات وتساعد المستشعر الوحيد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احمِ البوابة: كل الطرق تنتهي عندها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مرّرها: الشبكات المتشابكة،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 متشابكة على الورق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خريطة فيها عشرة مستشعرات وبوابة.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قصّ خيطًا بطول مدى الإرسال.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 كل اثنين يصل بينهما الخيط.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المستشعرات المعزولة وذات الوصلة الواحدة.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مكرّرات، ثم عدّ القفزات.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 المقص بحذر. وإن جرّبت شبكة بشرية في الخارج، فابقَ داخل ساحة المدرسة بعيدًا عن الطرق، ولا تمرّر الورقة إلا لمن هو في متناول ذراعك.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مرّرها: الشبكات المتشابكة،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حدث لشبكتك حين أزلت مستشعرًا واحدًا؟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تنفد بطاريات المستشعرات القريبة من البوابة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يمكن أن تفيد شبكة متشابكة في مدينتك، وما الذي قد يعطّلها؟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مرّرها: الشبكات المتشابكة،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تبقى الشبكة المتشابكة عاملة حين يتعطّل مستشعر واحد؟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مرّرها: الشبكات المتشابكة</dc:title>
  <dc:subject>PptxGenJS Presentation</dc:subject>
  <dc:creator>Darsi</dc:creator>
  <cp:lastModifiedBy>Darsi</cp:lastModifiedBy>
  <cp:revision>1</cp:revision>
  <dcterms:created xsi:type="dcterms:W3CDTF">2026-10-28T14:44:23Z</dcterms:created>
  <dcterms:modified xsi:type="dcterms:W3CDTF">2026-10-28T14:44:23Z</dcterms:modified>
</cp:coreProperties>
</file>