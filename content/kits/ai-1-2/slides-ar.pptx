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/home/claude/darsi/apps/web/public/app-icons/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  ·  كيف تكتب روبوتات الدردشة  ·  ١</a:t>
            </a:r>
            <a:endParaRPr lang="ar-SA" sz="1100" dirty="0"/>
          </a:p>
        </p:txBody>
      </p:sp>
      <p:sp>
        <p:nvSpPr>
          <p:cNvPr id="5" name="Shape 2"/>
          <p:cNvSpPr/>
          <p:nvPr/>
        </p:nvSpPr>
        <p:spPr>
          <a:xfrm>
            <a:off x="548640" y="1280160"/>
            <a:ext cx="3474720" cy="3474720"/>
          </a:xfrm>
          <a:prstGeom prst="roundRect">
            <a:avLst>
              <a:gd name="adj" fmla="val 10526"/>
            </a:avLst>
          </a:prstGeom>
          <a:solidFill>
            <a:srgbClr val="FFF0C4"/>
          </a:solidFill>
          <a:ln w="12700">
            <a:solidFill>
              <a:srgbClr val="FFF0C4"/>
            </a:solidFill>
            <a:prstDash val="solid"/>
          </a:ln>
        </p:spPr>
      </p:sp>
      <p:pic>
        <p:nvPicPr>
          <p:cNvPr id="6" name="Image 1" descr="/home/claude/darsi/apps/web/public/app-icons/app-icon-19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03120"/>
            <a:ext cx="1828800" cy="18288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9120" y="1828800"/>
            <a:ext cx="72237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54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كيف تكتب روبوتات الدردشة</a:t>
            </a:r>
            <a:endParaRPr lang="ar-SA" sz="5400" dirty="0"/>
          </a:p>
        </p:txBody>
      </p:sp>
      <p:sp>
        <p:nvSpPr>
          <p:cNvPr id="8" name="Text 4"/>
          <p:cNvSpPr/>
          <p:nvPr/>
        </p:nvSpPr>
        <p:spPr>
          <a:xfrm>
            <a:off x="4389120" y="374904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2200" b="1" dirty="0">
                <a:solidFill>
                  <a:srgbClr val="7A5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الذكاء الاصطناعي، المستوى ١، الدرس ٢</a:t>
            </a:r>
            <a:endParaRPr lang="ar-SA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/home/claude/darsi/apps/web/public/app-icons/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  ·  كيف تكتب روبوتات الدردشة  ·  ٢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سنتعلّم اليوم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4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نرى كيف يبني روبوت الدردشة إجابته</a:t>
            </a:r>
            <a:endParaRPr lang="ar-SA" sz="2600" dirty="0"/>
          </a:p>
          <a:p>
            <a:pPr rtl="1" algn="r" marL="342900" indent="-342900">
              <a:spcAft>
                <a:spcPts val="14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نتعرّف إلى كلمة «رمز»</a:t>
            </a:r>
            <a:endParaRPr lang="ar-SA" sz="2600" dirty="0"/>
          </a:p>
          <a:p>
            <a:pPr rtl="1" algn="r" marL="342900" indent="-342900">
              <a:spcAft>
                <a:spcPts val="14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نفهم لماذا السلاسة لا تعني الصحة</a:t>
            </a:r>
            <a:endParaRPr lang="ar-SA" sz="2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/home/claude/darsi/apps/web/public/app-icons/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  ·  كيف تكتب روبوتات الدردشة  ·  ٣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كلمة بعد كلمة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4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يقرأ روبوت الدردشة سؤالك</a:t>
            </a:r>
            <a:endParaRPr lang="ar-SA" sz="2600" dirty="0"/>
          </a:p>
          <a:p>
            <a:pPr rtl="1" algn="r" marL="342900" indent="-342900">
              <a:spcAft>
                <a:spcPts val="14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يتوقّع القطعة التالية المحتملة</a:t>
            </a:r>
            <a:endParaRPr lang="ar-SA" sz="2600" dirty="0"/>
          </a:p>
          <a:p>
            <a:pPr rtl="1" algn="r" marL="342900" indent="-342900">
              <a:spcAft>
                <a:spcPts val="14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يكرّر حتى تكتمل الإجابة</a:t>
            </a:r>
            <a:endParaRPr lang="ar-SA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/home/claude/darsi/apps/web/public/app-icons/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  ·  كيف تكتب روبوتات الدردشة  ·  ٤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لعبة صفّية: روبوت الدردشة البشري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4160520" y="1691640"/>
            <a:ext cx="72237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اكتب: «في الصباح يفتح الطلاب …»</a:t>
            </a:r>
            <a:endParaRPr lang="ar-SA" sz="2600" dirty="0"/>
          </a:p>
          <a:p>
            <a:pPr rtl="1" algn="r"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يصوّت الطلاب على الكلمة التالية</a:t>
            </a:r>
            <a:endParaRPr lang="ar-SA" sz="2600" dirty="0"/>
          </a:p>
          <a:p>
            <a:pPr rtl="1" algn="r"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أضف الكلمة الفائزة وصوّتوا من جديد</a:t>
            </a:r>
            <a:endParaRPr lang="ar-SA" sz="2600" dirty="0"/>
          </a:p>
          <a:p>
            <a:pPr rtl="1" algn="r"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ناقشوا لماذا بعض الكلمات أكثر احتمالًا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640080" y="1783080"/>
            <a:ext cx="3246120" cy="2011680"/>
          </a:xfrm>
          <a:prstGeom prst="roundRect">
            <a:avLst>
              <a:gd name="adj" fmla="val 9091"/>
            </a:avLst>
          </a:prstGeom>
          <a:solidFill>
            <a:srgbClr val="FFE2D2"/>
          </a:solidFill>
          <a:ln w="25400">
            <a:solidFill>
              <a:srgbClr val="FF6A2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77240" y="1874520"/>
            <a:ext cx="2971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ar-SA" altLang="en-US" sz="20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١٥ دقيقة، سبّورة وطباشير</a:t>
            </a:r>
            <a:endParaRPr lang="ar-SA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/home/claude/darsi/apps/web/public/app-icons/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  ·  كيف تكتب روبوتات الدردشة  ·  ٥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لنتناقش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لماذا يبدو روبوت الدردشة واثقًا جدًا؟</a:t>
            </a:r>
            <a:endParaRPr lang="ar-SA" sz="2600" dirty="0"/>
          </a:p>
          <a:p>
            <a:pPr rtl="1" algn="r" marL="342900" indent="-342900">
              <a:spcAft>
                <a:spcPts val="1400"/>
              </a:spcAft>
              <a:buSzPct val="100000"/>
              <a:buFont typeface="+mj-lt"/>
              <a:buAutoNum type="arabicPeriod" startAt="1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متى تكون الإجابة المحتملة خاطئة رغم ذلك؟</a:t>
            </a:r>
            <a:endParaRPr lang="ar-SA" sz="2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256032"/>
          </a:xfrm>
          <a:prstGeom prst="rect">
            <a:avLst/>
          </a:prstGeom>
          <a:solidFill>
            <a:srgbClr val="FFC53D"/>
          </a:solidFill>
          <a:ln w="12700">
            <a:solidFill>
              <a:srgbClr val="FFC53D"/>
            </a:solidFill>
            <a:prstDash val="solid"/>
          </a:ln>
        </p:spPr>
      </p:sp>
      <p:pic>
        <p:nvPicPr>
          <p:cNvPr id="3" name="Image 0" descr="/home/claude/darsi/apps/web/public/app-icons/app-icon-19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617220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623620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5C547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درسي — يُسمح بنسخها لمدرستك مجانًا  ·  كيف تكتب روبوتات الدردشة  ·  ٦</a:t>
            </a:r>
            <a:endParaRPr lang="ar-SA" sz="1100" dirty="0"/>
          </a:p>
        </p:txBody>
      </p:sp>
      <p:sp>
        <p:nvSpPr>
          <p:cNvPr id="5" name="Text 2"/>
          <p:cNvSpPr/>
          <p:nvPr/>
        </p:nvSpPr>
        <p:spPr>
          <a:xfrm>
            <a:off x="640080" y="59436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3800" b="1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بطاقة الخروج</a:t>
            </a:r>
            <a:endParaRPr lang="ar-SA" sz="3800" dirty="0"/>
          </a:p>
        </p:txBody>
      </p:sp>
      <p:sp>
        <p:nvSpPr>
          <p:cNvPr id="6" name="Text 3"/>
          <p:cNvSpPr/>
          <p:nvPr/>
        </p:nvSpPr>
        <p:spPr>
          <a:xfrm>
            <a:off x="822960" y="1691640"/>
            <a:ext cx="105156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marL="342900" indent="-342900">
              <a:spcAft>
                <a:spcPts val="14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أكمل: «يكتب روبوت الدردشة عن طريق …»</a:t>
            </a:r>
            <a:endParaRPr lang="ar-SA" sz="2600" dirty="0"/>
          </a:p>
          <a:p>
            <a:pPr rtl="1" algn="r" marL="342900" indent="-342900">
              <a:spcAft>
                <a:spcPts val="1400"/>
              </a:spcAft>
              <a:buSzPct val="100000"/>
              <a:buChar char="●"/>
            </a:pPr>
            <a:r>
              <a:rPr lang="ar-SA" altLang="en-US" sz="2600" dirty="0">
                <a:solidFill>
                  <a:srgbClr val="1E1A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اذكر معلومة واحدة ستتحقّق منها مرتين</a:t>
            </a:r>
            <a:endParaRPr lang="ar-SA" sz="2600" dirty="0"/>
          </a:p>
        </p:txBody>
      </p:sp>
      <p:sp>
        <p:nvSpPr>
          <p:cNvPr id="7" name="Shape 4"/>
          <p:cNvSpPr/>
          <p:nvPr/>
        </p:nvSpPr>
        <p:spPr>
          <a:xfrm>
            <a:off x="822960" y="4572000"/>
            <a:ext cx="10515600" cy="36576"/>
          </a:xfrm>
          <a:prstGeom prst="rect">
            <a:avLst/>
          </a:prstGeom>
          <a:solidFill>
            <a:srgbClr val="EAD9C4"/>
          </a:solidFill>
          <a:ln w="12700">
            <a:solidFill>
              <a:srgbClr val="EAD9C4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Darsi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كيف تكتب روبوتات الدردشة</dc:title>
  <dc:subject>PptxGenJS Presentation</dc:subject>
  <dc:creator>Darsi</dc:creator>
  <cp:lastModifiedBy>Darsi</cp:lastModifiedBy>
  <cp:revision>1</cp:revision>
  <dcterms:created xsi:type="dcterms:W3CDTF">2026-10-25T19:37:29Z</dcterms:created>
  <dcterms:modified xsi:type="dcterms:W3CDTF">2026-10-25T19:37:29Z</dcterms:modified>
</cp:coreProperties>
</file>