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١</a:t>
            </a:r>
            <a:endParaRPr lang="ar-SA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H:\htdocs\darsi\apps\web\public\app-icons\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تكتب روبوتات الدردشة</a:t>
            </a:r>
            <a:endParaRPr lang="ar-SA" sz="5400" dirty="0"/>
          </a:p>
        </p:txBody>
      </p:sp>
      <p:sp>
        <p:nvSpPr>
          <p:cNvPr id="8" name="Text 4"/>
          <p:cNvSpPr/>
          <p:nvPr/>
        </p:nvSpPr>
        <p:spPr>
          <a:xfrm>
            <a:off x="438912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الاصطناعي، المستوى ١، الدرس ٢</a:t>
            </a:r>
            <a:endParaRPr lang="ar-SA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٢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سنتعلّم اليوم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نرى كيف يبني روبوت الدردشة إجابته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نتعرّف إلى كلمة «رمز»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نفهم لماذا السلاسة لا تعني الصحة</a:t>
            </a:r>
            <a:endParaRPr lang="ar-SA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٣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كلمة بعد كلمة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يقرأ روبوت الدردشة سؤالك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يتوقّع القطعة التالية المحتملة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يكرّر حتى تكتمل الإجابة</a:t>
            </a:r>
            <a:endParaRPr lang="ar-SA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٤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لعبة صفّية: روبوت الدردشة البشري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416052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اكتب: «في الصباح يفتح الطلاب …»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يصوّت الطلاب على الكلمة التالية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أضف الكلمة الفائزة وصوّتوا من جديد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ناقشوا لماذا بعض الكلمات أكثر احتمالًا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١٥ دقيقة، سبّورة وطباشير</a:t>
            </a:r>
            <a:endParaRPr lang="ar-SA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٥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لنتناقش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يبدو روبوت الدردشة واثقًا جدًا؟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متى تكون الإجابة المحتملة خاطئة رغم ذلك؟</a:t>
            </a:r>
            <a:endParaRPr lang="ar-SA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كيف تكتب روبوتات الدردشة، ٦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الخروج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أكمل: «يكتب روبوت الدردشة عن طريق …»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اذكر معلومة واحدة ستتحقّق منها مرتين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كيف تكتب روبوتات الدردشة</dc:title>
  <dc:subject>PptxGenJS Presentation</dc:subject>
  <dc:creator>Darsi</dc:creator>
  <cp:lastModifiedBy>Darsi</cp:lastModifiedBy>
  <cp:revision>1</cp:revision>
  <dcterms:created xsi:type="dcterms:W3CDTF">2026-10-27T22:35:05Z</dcterms:created>
  <dcterms:modified xsi:type="dcterms:W3CDTF">2026-10-27T22:35:05Z</dcterms:modified>
</cp:coreProperties>
</file>