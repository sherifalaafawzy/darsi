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/home/claude/darsi/apps/web/public/app-icons/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Darsi · free to copy for your school  ·  How chatbots write  ·  1</a:t>
            </a:r>
            <a:endParaRPr lang="en-GB" sz="1100" dirty="0"/>
          </a:p>
        </p:txBody>
      </p:sp>
      <p:sp>
        <p:nvSpPr>
          <p:cNvPr id="5" name="Shape 2"/>
          <p:cNvSpPr/>
          <p:nvPr/>
        </p:nvSpPr>
        <p:spPr>
          <a:xfrm>
            <a:off x="8138160" y="1280160"/>
            <a:ext cx="3474720" cy="3474720"/>
          </a:xfrm>
          <a:prstGeom prst="roundRect">
            <a:avLst>
              <a:gd name="adj" fmla="val 10526"/>
            </a:avLst>
          </a:prstGeom>
          <a:solidFill>
            <a:srgbClr val="FFF0C4"/>
          </a:solidFill>
          <a:ln w="12700">
            <a:solidFill>
              <a:srgbClr val="FFF0C4"/>
            </a:solidFill>
            <a:prstDash val="solid"/>
          </a:ln>
        </p:spPr>
      </p:sp>
      <p:pic>
        <p:nvPicPr>
          <p:cNvPr id="6" name="Image 1" descr="/home/claude/darsi/apps/web/public/app-icons/app-icon-19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103120"/>
            <a:ext cx="1828800" cy="18288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1828800"/>
            <a:ext cx="7223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54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chatbots write</a:t>
            </a:r>
            <a:endParaRPr lang="en-GB" sz="5400" dirty="0"/>
          </a:p>
        </p:txBody>
      </p:sp>
      <p:sp>
        <p:nvSpPr>
          <p:cNvPr id="8" name="Text 4"/>
          <p:cNvSpPr/>
          <p:nvPr/>
        </p:nvSpPr>
        <p:spPr>
          <a:xfrm>
            <a:off x="640080" y="374904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2200" b="1" dirty="0">
                <a:solidFill>
                  <a:srgbClr val="7A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· Level 1 · Lesson 2</a:t>
            </a:r>
            <a:endParaRPr lang="en-GB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/home/claude/darsi/apps/web/public/app-icons/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Darsi · free to copy for your school  ·  How chatbots write  ·  2</a:t>
            </a:r>
            <a:endParaRPr lang="en-GB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we will</a:t>
            </a:r>
            <a:endParaRPr lang="en-GB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how a chatbot builds an answer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the word “token”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why fluent ≠ true</a:t>
            </a:r>
            <a:endParaRPr lang="en-GB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/home/claude/darsi/apps/web/public/app-icons/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Darsi · free to copy for your school  ·  How chatbots write  ·  3</a:t>
            </a:r>
            <a:endParaRPr lang="en-GB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word at a time</a:t>
            </a:r>
            <a:endParaRPr lang="en-GB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chatbot reads your question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predicts a likely next piece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repeats until the answer is done</a:t>
            </a:r>
            <a:endParaRPr lang="en-GB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/home/claude/darsi/apps/web/public/app-icons/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Darsi · free to copy for your school  ·  How chatbots write  ·  4</a:t>
            </a:r>
            <a:endParaRPr lang="en-GB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game: the human chatbot</a:t>
            </a:r>
            <a:endParaRPr lang="en-GB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7223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Write: “In the morning the pupils open their …”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Pupils vote on the next word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winner, vote again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about why some words are more likely</a:t>
            </a:r>
            <a:endParaRPr lang="en-GB" sz="2600" dirty="0"/>
          </a:p>
        </p:txBody>
      </p:sp>
      <p:sp>
        <p:nvSpPr>
          <p:cNvPr id="7" name="Shape 4"/>
          <p:cNvSpPr/>
          <p:nvPr/>
        </p:nvSpPr>
        <p:spPr>
          <a:xfrm>
            <a:off x="8321040" y="1783080"/>
            <a:ext cx="3246120" cy="2011680"/>
          </a:xfrm>
          <a:prstGeom prst="roundRect">
            <a:avLst>
              <a:gd name="adj" fmla="val 9091"/>
            </a:avLst>
          </a:prstGeom>
          <a:solidFill>
            <a:srgbClr val="FFE2D2"/>
          </a:solidFill>
          <a:ln w="25400">
            <a:solidFill>
              <a:srgbClr val="FF6A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58200" y="187452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GB" altLang="en-US" sz="20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minutes · board and chalk</a:t>
            </a:r>
            <a:endParaRPr lang="en-GB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/home/claude/darsi/apps/web/public/app-icons/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Darsi · free to copy for your school  ·  How chatbots write  ·  5</a:t>
            </a:r>
            <a:endParaRPr lang="en-GB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Let’s discuss</a:t>
            </a:r>
            <a:endParaRPr lang="en-GB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a chatbot sound so sure of itself?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would a likely answer still be wrong?</a:t>
            </a:r>
            <a:endParaRPr lang="en-GB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/home/claude/darsi/apps/web/public/app-icons/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2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Darsi · free to copy for your school  ·  How chatbots write  ·  6</a:t>
            </a:r>
            <a:endParaRPr lang="en-GB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GB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GB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Finish: “A chatbot writes by …”</a:t>
            </a:r>
            <a:endParaRPr lang="en-GB" sz="2600" dirty="0"/>
          </a:p>
          <a:p>
            <a:pPr algn="l" marL="342900" indent="-342900">
              <a:spcAft>
                <a:spcPts val="1400"/>
              </a:spcAft>
              <a:buSzPct val="100000"/>
              <a:buChar char="●"/>
            </a:pPr>
            <a:r>
              <a:rPr lang="en-GB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one fact you would double-check</a:t>
            </a:r>
            <a:endParaRPr lang="en-GB" sz="2600" dirty="0"/>
          </a:p>
        </p:txBody>
      </p:sp>
      <p:sp>
        <p:nvSpPr>
          <p:cNvPr id="7" name="Shape 4"/>
          <p:cNvSpPr/>
          <p:nvPr/>
        </p:nvSpPr>
        <p:spPr>
          <a:xfrm>
            <a:off x="822960" y="4572000"/>
            <a:ext cx="10515600" cy="36576"/>
          </a:xfrm>
          <a:prstGeom prst="rect">
            <a:avLst/>
          </a:prstGeom>
          <a:solidFill>
            <a:srgbClr val="EAD9C4"/>
          </a:solidFill>
          <a:ln w="12700">
            <a:solidFill>
              <a:srgbClr val="EAD9C4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Darsi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chatbots write</dc:title>
  <dc:subject>PptxGenJS Presentation</dc:subject>
  <dc:creator>Darsi</dc:creator>
  <cp:lastModifiedBy>Darsi</cp:lastModifiedBy>
  <cp:revision>1</cp:revision>
  <dcterms:created xsi:type="dcterms:W3CDTF">2026-10-25T19:37:29Z</dcterms:created>
  <dcterms:modified xsi:type="dcterms:W3CDTF">2026-10-25T19:37:29Z</dcterms:modified>
</cp:coreProperties>
</file>