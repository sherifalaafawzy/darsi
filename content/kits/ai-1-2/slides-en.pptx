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chatbots write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chatbots write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1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chatbots write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a chatbot builds an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word “token”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why fluent ≠ true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chatbots write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word at a time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chatbot reads your question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predicts a likely next piece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repeats until the answer is done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chatbots write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game: the human chatbot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Write: “In the morning the pupils open their …”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Pupils vote on the next word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winner, vote again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about why some words are more likely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 · board and chalk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chatbots write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chatbot sound so sure of itself?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would a likely answer still be wrong?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chatbots write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Finish: “A chatbot writes by …”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fact you would double-check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chatbots write</dc:title>
  <dc:subject>PptxGenJS Presentation</dc:subject>
  <dc:creator>Darsi</dc:creator>
  <cp:lastModifiedBy>Darsi</cp:lastModifiedBy>
  <cp:revision>1</cp:revision>
  <dcterms:created xsi:type="dcterms:W3CDTF">2026-10-27T22:35:04Z</dcterms:created>
  <dcterms:modified xsi:type="dcterms:W3CDTF">2026-10-27T22:35:04Z</dcterms:modified>
</cp:coreProperties>
</file>