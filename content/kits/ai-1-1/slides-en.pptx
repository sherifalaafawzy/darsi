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Is it AI?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AI?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Is it AI?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tools apart from ordinary machines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AI learns patterns from examples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why AI can be wrong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Is it AI?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or learning?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Calculator: follows fixed rules written by people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filter: learned from thousands of examples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a guess about something new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Is it AI?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Game: teach the machine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pupil is the “model”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8 cards labelled “fruit” or “not fruit”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4 new cards — the model guesses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were the examples enough?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· no devices needed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Is it AI?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on a phone might use AI?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could an AI tool get an answer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checks that an AI answer is true?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Is it AI?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way AI could help our school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thing we should be careful about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it AI?</dc:title>
  <dc:subject>PptxGenJS Presentation</dc:subject>
  <dc:creator>Darsi</dc:creator>
  <cp:lastModifiedBy>Darsi</cp:lastModifiedBy>
  <cp:revision>1</cp:revision>
  <dcterms:created xsi:type="dcterms:W3CDTF">2026-10-27T22:35:04Z</dcterms:created>
  <dcterms:modified xsi:type="dcterms:W3CDTF">2026-10-27T22:35:04Z</dcterms:modified>
</cp:coreProperties>
</file>