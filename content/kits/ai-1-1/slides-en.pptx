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Is it AI?  ·  1</a:t>
            </a:r>
            <a:endParaRPr lang="en-GB" sz="1100" dirty="0"/>
          </a:p>
        </p:txBody>
      </p:sp>
      <p:sp>
        <p:nvSpPr>
          <p:cNvPr id="5" name="Shape 2"/>
          <p:cNvSpPr/>
          <p:nvPr/>
        </p:nvSpPr>
        <p:spPr>
          <a:xfrm>
            <a:off x="8138160" y="1280160"/>
            <a:ext cx="3474720" cy="3474720"/>
          </a:xfrm>
          <a:prstGeom prst="roundRect">
            <a:avLst>
              <a:gd name="adj" fmla="val 10526"/>
            </a:avLst>
          </a:prstGeom>
          <a:solidFill>
            <a:srgbClr val="FFF0C4"/>
          </a:solidFill>
          <a:ln w="12700">
            <a:solidFill>
              <a:srgbClr val="FFF0C4"/>
            </a:solidFill>
            <a:prstDash val="solid"/>
          </a:ln>
        </p:spPr>
      </p:sp>
      <p:pic>
        <p:nvPicPr>
          <p:cNvPr id="6" name="Image 1" descr="/home/claude/darsi/apps/web/public/app-icons/app-icon-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10312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82880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54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AI?</a:t>
            </a:r>
            <a:endParaRPr lang="en-GB" sz="5400" dirty="0"/>
          </a:p>
        </p:txBody>
      </p:sp>
      <p:sp>
        <p:nvSpPr>
          <p:cNvPr id="8" name="Text 4"/>
          <p:cNvSpPr/>
          <p:nvPr/>
        </p:nvSpPr>
        <p:spPr>
          <a:xfrm>
            <a:off x="640080" y="37490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7A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Level 1 · Lesson 1</a:t>
            </a:r>
            <a:endParaRPr lang="en-GB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Is it AI?  ·  2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 will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AI tools apart from ordinary machines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that AI learns patterns from examples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why AI can be wrong</a:t>
            </a:r>
            <a:endParaRPr lang="en-GB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Is it AI?  ·  3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or learning?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Calculator: follows fixed rules written by people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filter: learned from thousands of examples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makes a guess about something new</a:t>
            </a:r>
            <a:endParaRPr lang="en-GB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Is it AI?  ·  4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Game: teach the machine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7223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pupil is the “model”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8 cards labelled “fruit” or “not fruit”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4 new cards — the model guesses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Discuss: were the examples enough?</a:t>
            </a:r>
            <a:endParaRPr lang="en-GB" sz="2600" dirty="0"/>
          </a:p>
        </p:txBody>
      </p:sp>
      <p:sp>
        <p:nvSpPr>
          <p:cNvPr id="7" name="Shape 4"/>
          <p:cNvSpPr/>
          <p:nvPr/>
        </p:nvSpPr>
        <p:spPr>
          <a:xfrm>
            <a:off x="8321040" y="1783080"/>
            <a:ext cx="3246120" cy="2011680"/>
          </a:xfrm>
          <a:prstGeom prst="roundRect">
            <a:avLst>
              <a:gd name="adj" fmla="val 9091"/>
            </a:avLst>
          </a:prstGeom>
          <a:solidFill>
            <a:srgbClr val="FFE2D2"/>
          </a:solidFill>
          <a:ln w="25400">
            <a:solidFill>
              <a:srgbClr val="FF6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58200" y="18745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GB" altLang="en-US" sz="20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 · no devices needed</a:t>
            </a:r>
            <a:endParaRPr lang="en-GB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Is it AI?  ·  5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discuss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on a phone might use AI?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could an AI tool get an answer wrong?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checks that an AI answer is true?</a:t>
            </a:r>
            <a:endParaRPr lang="en-GB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Is it AI?  ·  6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one way AI could help our school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one thing we should be careful about</a:t>
            </a:r>
            <a:endParaRPr lang="en-GB" sz="2600" dirty="0"/>
          </a:p>
        </p:txBody>
      </p:sp>
      <p:sp>
        <p:nvSpPr>
          <p:cNvPr id="7" name="Shape 4"/>
          <p:cNvSpPr/>
          <p:nvPr/>
        </p:nvSpPr>
        <p:spPr>
          <a:xfrm>
            <a:off x="822960" y="4572000"/>
            <a:ext cx="10515600" cy="36576"/>
          </a:xfrm>
          <a:prstGeom prst="rect">
            <a:avLst/>
          </a:prstGeom>
          <a:solidFill>
            <a:srgbClr val="EAD9C4"/>
          </a:solidFill>
          <a:ln w="12700">
            <a:solidFill>
              <a:srgbClr val="EAD9C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Darsi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 it AI?</dc:title>
  <dc:subject>PptxGenJS Presentation</dc:subject>
  <dc:creator>Darsi</dc:creator>
  <cp:lastModifiedBy>Darsi</cp:lastModifiedBy>
  <cp:revision>1</cp:revision>
  <dcterms:created xsi:type="dcterms:W3CDTF">2026-10-25T19:37:28Z</dcterms:created>
  <dcterms:modified xsi:type="dcterms:W3CDTF">2026-10-25T19:37:28Z</dcterms:modified>
</cp:coreProperties>
</file>