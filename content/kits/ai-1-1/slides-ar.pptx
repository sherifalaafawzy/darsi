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هل هذا ذكاء اصطناعي؟، ١</a:t>
            </a:r>
            <a:endParaRPr lang="ar-SA" sz="11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3474720" cy="3474720"/>
          </a:xfrm>
          <a:prstGeom prst="roundRect">
            <a:avLst>
              <a:gd name="adj" fmla="val 10526"/>
            </a:avLst>
          </a:prstGeom>
          <a:solidFill>
            <a:srgbClr val="FFF0C4"/>
          </a:solidFill>
          <a:ln w="12700">
            <a:solidFill>
              <a:srgbClr val="FFF0C4"/>
            </a:solidFill>
            <a:prstDash val="solid"/>
          </a:ln>
        </p:spPr>
      </p:sp>
      <p:pic>
        <p:nvPicPr>
          <p:cNvPr id="6" name="Image 1" descr="H:\htdocs\darsi\apps\web\public\app-icons\app-icon-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0312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89120" y="1828800"/>
            <a:ext cx="7223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هذا ذكاء اصطناعي؟</a:t>
            </a:r>
            <a:endParaRPr lang="ar-SA" sz="5400" dirty="0"/>
          </a:p>
        </p:txBody>
      </p:sp>
      <p:sp>
        <p:nvSpPr>
          <p:cNvPr id="8" name="Text 4"/>
          <p:cNvSpPr/>
          <p:nvPr/>
        </p:nvSpPr>
        <p:spPr>
          <a:xfrm>
            <a:off x="4389120" y="374904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7A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الاصطناعي، المستوى ١، الدرس ١</a:t>
            </a:r>
            <a:endParaRPr lang="ar-SA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هل هذا ذكاء اصطناعي؟، ٢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سنتعلّم اليوم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نميّز أدوات الذكاء الاصطناعي عن الآلات العادية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نشرح أن الذكاء الاصطناعي يتعلّم الأنماط من الأمثلة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نوضّح لماذا قد يخطئ الذكاء الاصطناعي</a:t>
            </a:r>
            <a:endParaRPr lang="ar-SA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هل هذا ذكاء اصطناعي؟، ٣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قواعد أم تعلّم؟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الآلة الحاسبة: تتبع قواعد ثابتة كتبها البشر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فلتر الرسائل المزعجة: تعلّم من آلاف الأمثلة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يخمّن شيئًا جديدًا</a:t>
            </a:r>
            <a:endParaRPr lang="ar-SA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هل هذا ذكاء اصطناعي؟، ٤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لعبة: علّم الآلة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4160520" y="1691640"/>
            <a:ext cx="7223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طالب واحد هو «النموذج»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اعرض ٨ بطاقات مكتوب عليها «فاكهة» أو «ليست فاكهة»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اعرض ٤ بطاقات جديدة ليخمّن النموذج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ناقشوا: هل كانت الأمثلة كافية؟</a:t>
            </a:r>
            <a:endParaRPr lang="ar-SA" sz="26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246120" cy="2011680"/>
          </a:xfrm>
          <a:prstGeom prst="roundRect">
            <a:avLst>
              <a:gd name="adj" fmla="val 9091"/>
            </a:avLst>
          </a:prstGeom>
          <a:solidFill>
            <a:srgbClr val="FFE2D2"/>
          </a:solidFill>
          <a:ln w="25400">
            <a:solidFill>
              <a:srgbClr val="FF6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8745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٢٠ دقيقة، لا حاجة إلى أجهزة</a:t>
            </a:r>
            <a:endParaRPr lang="ar-SA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هل هذا ذكاء اصطناعي؟، ٥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لنتناقش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أيّ تطبيقات الهاتف قد تستخدم الذكاء الاصطناعي؟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يمكن أن يخطئ الذكاء الاصطناعي؟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يتحقّق من صحة إجابة الذكاء الاصطناعي؟</a:t>
            </a:r>
            <a:endParaRPr lang="ar-SA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مجانًا، هل هذا ذكاء اصطناعي؟، ٦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بطاقة الخروج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اكتب طريقة يمكن أن يساعد بها الذكاء الاصطناعي مدرستنا</a:t>
            </a:r>
            <a:endParaRPr lang="ar-SA" sz="2600" dirty="0"/>
          </a:p>
          <a:p>
            <a:pPr rtl="1" algn="r" marL="342900" indent="-342900">
              <a:spcAft>
                <a:spcPts val="13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اكتب شيئًا يجب أن ننتبه له</a:t>
            </a:r>
            <a:endParaRPr lang="ar-SA" sz="2600" dirty="0"/>
          </a:p>
        </p:txBody>
      </p:sp>
      <p:sp>
        <p:nvSpPr>
          <p:cNvPr id="7" name="Shape 4"/>
          <p:cNvSpPr/>
          <p:nvPr/>
        </p:nvSpPr>
        <p:spPr>
          <a:xfrm>
            <a:off x="822960" y="4572000"/>
            <a:ext cx="10515600" cy="36576"/>
          </a:xfrm>
          <a:prstGeom prst="rect">
            <a:avLst/>
          </a:prstGeom>
          <a:solidFill>
            <a:srgbClr val="EAD9C4"/>
          </a:solidFill>
          <a:ln w="12700">
            <a:solidFill>
              <a:srgbClr val="EAD9C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Darsi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هل هذا ذكاء اصطناعي؟</dc:title>
  <dc:subject>PptxGenJS Presentation</dc:subject>
  <dc:creator>Darsi</dc:creator>
  <cp:lastModifiedBy>Darsi</cp:lastModifiedBy>
  <cp:revision>1</cp:revision>
  <dcterms:created xsi:type="dcterms:W3CDTF">2026-10-27T22:35:04Z</dcterms:created>
  <dcterms:modified xsi:type="dcterms:W3CDTF">2026-10-27T22:35:04Z</dcterms:modified>
</cp:coreProperties>
</file>