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/home/claude/darsi/apps/web/public/app-icons/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هذا ذكاء اصطناعي؟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أدوات الذكاء الاصطناعي عن الآلات العادية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الذكاء الاصطناعي يتعلّم الأنماط من الأمثلة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لماذا قد يخطئ الذكاء الاصطناعي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أم تعلّم؟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الآلة الحاسبة: تتبع قواعد ثابتة كتبها البشر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 الرسائل المزعجة: تعلّم من آلاف الأمثلة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يخمّن شيئًا جديدًا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لعبة: علّم الآلة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واحد هو «النموذج»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٨ بطاقات مكتوب عليها «فاكهة» أو «ليست فاكهة»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٤ بطاقات جديدة ليخمّن النموذج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ناقشوا: هل كانت الأمثلة كافية؟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 دقيقة، لا حاجة إلى أجهزة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تطبيقات الهاتف قد تستخدم الذكاء الاصطناعي؟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يمكن أن يخطئ الذكاء الاصطناعي؟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يتحقّق من صحة إجابة الذكاء الاصطناعي؟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هل هذا ذكاء اصطناعي؟  · 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طريقة يمكن أن يساعد بها الذكاء الاصطناعي مدرستنا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شيئًا يجب أن ننتبه له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هل هذا ذكاء اصطناعي؟</dc:title>
  <dc:subject>PptxGenJS Presentation</dc:subject>
  <dc:creator>Darsi</dc:creator>
  <cp:lastModifiedBy>Darsi</cp:lastModifiedBy>
  <cp:revision>1</cp:revision>
  <dcterms:created xsi:type="dcterms:W3CDTF">2026-10-25T19:37:28Z</dcterms:created>
  <dcterms:modified xsi:type="dcterms:W3CDTF">2026-10-25T19:37:28Z</dcterms:modified>
</cp:coreProperties>
</file>