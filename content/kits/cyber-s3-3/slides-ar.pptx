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الهجمات على كلمات المرور، والدفاعات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التخمين وقوائم الكلمات والقوة الغاشمة وحشو بيانات الدخول.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تقارن عدد الاحتمالات في كلمات المرور القصيرة والطويلة.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 كيف تدافع المواقع، وكيف تدافع أنت، عن الحسابات.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 أحرف عشوائية: نحو ٢٠٩ مليارات، تسقط في ثوانٍ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 كلمات عشوائية: نحو ٢٨ مليار مليار، نحو ٩٠ سنة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التكرار: تسريب واحد يفتح كل الحسابات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طويلة + مختلفة + التحقق بخطوتين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كلمات المرور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(٤ دقائق): اكتب كل حساب تستخدمه.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العلامات (٤ دقائق): ضع دائرة حول الحسابات التي تشترك في كلمة مرور.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(٤ دقائق): رقّمها بحسب ضرر اقتحامها.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(٨ دقائق): غيّر أعلى ثلاثة وفعّل التحقق بخطوتين.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الورقة تضمّ أسماء الحسابات فقط. وإن طلب منك أحد أن يرى كلمات مرورك في هذا النشاط، فالجواب: لا.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يكون التخمين على الموقع بطيئًا، والتخمين بعد التسريب سريعًا؟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تكون كلمة المرور القوية خطرة رغم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دفاع ستضيفه أولًا، ولماذا؟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الهجمات على كلمات المرور، والدفاعات،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هجوم واحد على كلمات المرور + الدفاع الذي يوقفه.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الهجمات على كلمات المرور، والدفاعات</dc:title>
  <dc:subject>PptxGenJS Presentation</dc:subject>
  <dc:creator>Darsi</dc:creator>
  <cp:lastModifiedBy>Darsi</cp:lastModifiedBy>
  <cp:revision>1</cp:revision>
  <dcterms:created xsi:type="dcterms:W3CDTF">2026-10-28T14:43:58Z</dcterms:created>
  <dcterms:modified xsi:type="dcterms:W3CDTF">2026-10-28T14:43:58Z</dcterms:modified>
</cp:coreProperties>
</file>