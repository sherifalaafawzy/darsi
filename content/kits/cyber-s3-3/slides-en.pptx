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Attacks on passwords, and the defences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Attacks on passwords, and the defences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3 · Lesson 3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Attacks on passwords, and the defences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lesson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guessing, word lists, brute force and credential stuffing.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possibilities in short and long passwords.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how websites, and you, defend accounts.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Attacks on passwords, and the defences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random letters: about 209 billion, gone in seconds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random words: about 28 billion billion, about 90 years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Reuse: one leak opens every account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+ unique + two-step sign-in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Attacks on passwords, and the defences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audit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(4 min): Write every account you use.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(4 min): Circle accounts that share a password.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(4 min): Number them by the harm a break-in would do.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(8 min): Change the top three and turn on two-step sign-in.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9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page lists account names only. If anyone asks to see your passwords for this activity, the answer is no.</a:t>
            </a:r>
            <a:endParaRPr lang="en-GB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Attacks on passwords, and the defences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guessing on a website slow, but guessing after a leak fast?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can a strong password still be dangerous?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defence would you add first, and why?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Attacks on passwords, and the defences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go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attack on passwords + the defence that stops it.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Attacks on passwords, and the defences</dc:title>
  <dc:subject>PptxGenJS Presentation</dc:subject>
  <dc:creator>Darsi</dc:creator>
  <cp:lastModifiedBy>Darsi</cp:lastModifiedBy>
  <cp:revision>1</cp:revision>
  <dcterms:created xsi:type="dcterms:W3CDTF">2026-10-28T14:43:58Z</dcterms:created>
  <dcterms:modified xsi:type="dcterms:W3CDTF">2026-10-28T14:43:58Z</dcterms:modified>
</cp:coreProperties>
</file>