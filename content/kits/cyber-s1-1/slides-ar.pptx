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كلمات مرور لا يستطيع أحد تخمينها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كيف تخمّن البرامج كلمات المرور.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تصنع عبارة مرور من كلمات عشوائية.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تستخدم كلمة مرور مختلفة لكل حساب.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تحفظ كلمات مرورك سرًّا، حتى عن الأصدقاء.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طويلة، مختلفة، سرّية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البرامج تجرّب التخمينات الشائعة أولًا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الطول يتفوّق على الرموز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كلمات عشوائية أو أربع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 حساب كلمة مرور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تُشارَك أبدًا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تحدّي عبارة المرور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ماذا سيخمّن البرنامج؟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(٤ دقائق): أربع كلمات عشوائية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التخيّل (٥ دقائق): رسمة طريفة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(٣ دقائق): تذكّر، ثم بادِل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كلمات للتدريب فقط: لا تكتب أبدًا كلمة مرور حقيقية على الورقة.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حساباتك هو الأهم،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تفيد الرموز وحدها كثيرًا؟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يمكنك أن تحفظ كلمات مرور كثيرة بأمان؟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كلمات مرور لا يستطيع أحد تخمينها،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واحد سأصلحه، وكيف.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كلمات مرور لا يستطيع أحد تخمينها</dc:title>
  <dc:subject>PptxGenJS Presentation</dc:subject>
  <dc:creator>Darsi</dc:creator>
  <cp:lastModifiedBy>Darsi</cp:lastModifiedBy>
  <cp:revision>1</cp:revision>
  <dcterms:created xsi:type="dcterms:W3CDTF">2026-10-28T14:43:47Z</dcterms:created>
  <dcterms:modified xsi:type="dcterms:W3CDTF">2026-10-28T14:43:47Z</dcterms:modified>
</cp:coreProperties>
</file>