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nobody can guess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programs guess passwords.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passphrase from random words.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different password for every account.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passwords secret, even from friends.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Long, different, secret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try the common guesses first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beats symbols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or four random words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account, one password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shared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passphrase challenge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what would a program guess?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(4 min): four random words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 (5 min): one funny drawing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(3 min): recall, then swap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practice words only: never write a real password on the sheet.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your accounts matters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don’t symbols on their own help much?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could you keep many passwords safely?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Passwords nobody can guess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account I will fix, and how.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Passwords nobody can guess</dc:title>
  <dc:subject>PptxGenJS Presentation</dc:subject>
  <dc:creator>Darsi</dc:creator>
  <cp:lastModifiedBy>Darsi</cp:lastModifiedBy>
  <cp:revision>1</cp:revision>
  <dcterms:created xsi:type="dcterms:W3CDTF">2026-10-28T14:43:46Z</dcterms:created>
  <dcterms:modified xsi:type="dcterms:W3CDTF">2026-10-28T14:43:46Z</dcterms:modified>
</cp:coreProperties>
</file>