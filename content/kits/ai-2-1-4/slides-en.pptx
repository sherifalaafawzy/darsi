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pupils’ data private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pupils’ data private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pupils’ data private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information into fine to share, only without names, and never.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information safer by removing names and clues.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what goes into an AI tool can come out again.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pupils’ data private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type is stored by the company and may train later models.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with marks, health, family matters, photos, voices and ID numbers never go in.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names out first, and remember: many AI tools are only for people aged 13 and over.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pupils’ data private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light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Would you shout this across the market? Three quick examples.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What happens to what we type, and why it can come out.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light (15 min): Groups sort cards into green, amber and red.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safer (7 min): Groups remove names and clues from red cards.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Talk about the hard cards, then the exit ticket.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one set of ten cards per group: a lesson topic, a question about fractions, the school timetable, a story with made-up names, a poem a pupil wrote, a test score with a name, a class photo, a pupil’s home address, a note about an illness, a parent’s phone number. Draw green, amber and red circles on the board. No time to make sets? Write the ten items on the board, numbered; each group writes green, amber or red next to each number on a scrap of paper.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pupils’ data private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card was hardest to sort,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we turn a red card into an amber one?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something we type into an AI tool come out again?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pupils’ data private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piece of information that must never go into an AI tool, and why.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 pupils’ data private</dc:title>
  <dc:subject>PptxGenJS Presentation</dc:subject>
  <dc:creator>Darsi</dc:creator>
  <cp:lastModifiedBy>Darsi</cp:lastModifiedBy>
  <cp:revision>1</cp:revision>
  <dcterms:created xsi:type="dcterms:W3CDTF">2026-10-28T09:48:59Z</dcterms:created>
  <dcterms:modified xsi:type="dcterms:W3CDTF">2026-10-28T09:48:59Z</dcterms:modified>
</cp:coreProperties>
</file>