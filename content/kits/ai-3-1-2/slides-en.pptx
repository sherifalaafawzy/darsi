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network learns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network learns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network learns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layers of neurons combine straight lines into shapes one neuron can’t learn.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training as a loop: guess, measure the error, nudge every weight a little downhill, repeat.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the step size and enough varied examples matter.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network learns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hidden neuron draws a line; the next layer combines the lines into shapes, like a band or a ring.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is gradient descent: guess, measure the error, nudge every weight downhill, repeat.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that are too big never settle; too small is slow. Varied examples teach the real pattern.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network learns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Warmer, colder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One neuron, one line: recap with the umbrella.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(8 min): Two lines fence in “just right”.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Warmer, colder (12 min): Find the hidden chalk by feedback alone.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steps, small steps (8 min): Replay with giant, then tiny steps.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(7 min): Map the game onto the training loop.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hiding place that needs about ten normal steps to reach. Agree the rule: the class says one word after every step, and only “warmer” or “colder”.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network learns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game, what was the error, what told you which way to go, and what was a step?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giant steps make it harder to find the chalk?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examples would a network need to work well in our town?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network learns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four steps of the training loop, and one reason the step size matters.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network learns</dc:title>
  <dc:subject>PptxGenJS Presentation</dc:subject>
  <dc:creator>Darsi</dc:creator>
  <cp:lastModifiedBy>Darsi</cp:lastModifiedBy>
  <cp:revision>1</cp:revision>
  <dcterms:created xsi:type="dcterms:W3CDTF">2026-10-28T13:28:33Z</dcterms:created>
  <dcterms:modified xsi:type="dcterms:W3CDTF">2026-10-28T13:28:33Z</dcterms:modified>
</cp:coreProperties>
</file>