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الشبكة العصبية،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تتعلّم الشبكة العصبية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الشبكة العصبية،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كيف تجمع طبقات الخلايا الخطوط المستقيمة في أشكال لا تستطيع خلية واحدة تعلّمها.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نصف التدريب بأنه حلقة: خمّن، ثم قِس الخطأ، ثم حرّك كل وزن قليلًا نزولًا، ثم كرّر.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يهمّ حجم الخطوة وكفاية الأمثلة وتنوّعها.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الشبكة العصبية،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خلية في الطبقة المخفية ترسم خطًا، والطبقة التالية تجمع الخطوط في أشكال، كالشريط أو الحلقة.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هو الانحدار التدريجي: خمّن، ثم قِس الخطأ، ثم حرّك كل وزن نزولًا، ثم كرّر.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الكبيرة جدًا لا تستقر، والصغيرة جدًا بطيئة. والأمثلة المتنوعة تعلّم النمط الحقيقي.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الشبكة العصبية،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ساخن، بارد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خلية واحدة وخط واحد: مراجعة بمثال المظلة.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الطبقات (٨ دقائق): خطان يحيطان بمنطقة «المناسب».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ساخن، بارد (١٢ دقيقة): ابحث عن الطباشير المخبّأة بالتغذية الراجعة وحدها.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خطوات كبيرة وصغيرة (٨ دقائق): أعيدوا اللعب بخطوات عملاقة، ثم صغيرة جدًا.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(٧ دقائق): اربطوا اللعبة بحلقة التدريب.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مخبأً يحتاج الوصول إليه إلى نحو عشر خطوات عادية. واتّفقوا على القاعدة: يقول الصف كلمة واحدة بعد كل خطوة، «ساخن» أو «بارد» فقط.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الشبكة العصبية،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اللعبة، ما الخطأ، وما الذي دلّك على الاتجاه، وما الخطوة؟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صعّبت الخطوات العملاقة العثور على الطباشير؟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الأمثلة التي تحتاجها شبكة لتعمل جيدًا في مدينتنا؟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الشبكة العصبية،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الخطوات الأربع لحلقة التدريب، وسببًا واحدًا لأهمية حجم الخطوة.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تتعلّم الشبكة العصبية</dc:title>
  <dc:subject>PptxGenJS Presentation</dc:subject>
  <dc:creator>Darsi</dc:creator>
  <cp:lastModifiedBy>Darsi</cp:lastModifiedBy>
  <cp:revision>1</cp:revision>
  <dcterms:created xsi:type="dcterms:W3CDTF">2026-10-28T13:28:34Z</dcterms:created>
  <dcterms:modified xsi:type="dcterms:W3CDTF">2026-10-28T13:28:34Z</dcterms:modified>
</cp:coreProperties>
</file>