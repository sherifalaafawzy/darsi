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What is a sensor?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sensor?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· Level 1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What is a sensor?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that a sensor notices something in the world and turns it into a number.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four sensors found at school, at home or in a phone.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everyday objects into sensors, displays and actuators.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What is a sensor?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Sense, show, decide, act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sensor measures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display shows the number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or computer decides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actuator acts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What is a sensor?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sensors and real sensors: Card sort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Ask pupils to close their eyes for 30 seconds and notice everything they can: sounds, warmth, the chair, smells.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Bowls test (10 min): A volunteer holds one hand in the cold bowl and one in the warm bowl for a minute, then puts both in the middle bowl.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Read the thermometer in the middle bowl, or explain it would give one number whoever held it.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sort (12 min): Groups sort the 12 cards into three piles: sensors, displays and actuators.</a:t>
            </a:r>
            <a:endParaRPr lang="en-GB" sz="17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7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Each group shares one card they argued about.</a:t>
            </a:r>
            <a:endParaRPr lang="en-GB" sz="17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bowls just before class; the warm water should feel comfortable, not hot. Draw 12 cards per group: thermometer, solar lamp sensor, soil probe, microphone, camera; TV screen, scale dial, scoreboard; pump, fan motor, buzzer, loudspeaker.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What is a sensor?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your ears, skin and nose notice just now?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why does each hand tell a different story?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this card notice something, show something or do something?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What is a sensor?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sensor + what it senses + where I saw it.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 sensor?</dc:title>
  <dc:subject>PptxGenJS Presentation</dc:subject>
  <dc:creator>Darsi</dc:creator>
  <cp:lastModifiedBy>Darsi</cp:lastModifiedBy>
  <cp:revision>1</cp:revision>
  <dcterms:created xsi:type="dcterms:W3CDTF">2026-10-27T22:35:10Z</dcterms:created>
  <dcterms:modified xsi:type="dcterms:W3CDTF">2026-10-27T22:35:10Z</dcterms:modified>
</cp:coreProperties>
</file>