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المستشعر؟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المستشعر يلاحظ شيئًا في العالم ويحوّله إلى رقم.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نسمّي أربعة مستشعرات في المدرسة أو في البيت أو في الهاتف.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نصنّف الأشياء اليومية إلى مستشعرات ووسائل عرض ومُشغِّلات.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استشعار، عرض، قرار، تنفيذ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 يقيس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وسيلة العرض تُظهر الرقم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إنسان أو حاسوب يقرّر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المُشغِّل ينفّذ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مستشعرات الإنسان والمستشعرات الحقيقية: فرز البطاقات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اطلب من الطلاب أن يغمضوا أعينهم ٣٠ ثانية ويلاحظوا كل ما يستطيعون: الأصوات، والدفء، والكرسي، والروائح.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الأوعية (١٠ دقائق): يُبقي متطوّع يدًا في الوعاء البارد والأخرى في الوعاء الدافئ مدة دقيقة، ثم يضع اليدين معًا في الوعاء الأوسط.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اقرأ ميزان الحرارة في الوعاء الأوسط، أو اشرح أنه سيعطي رقمًا واحدًا أيًّا كان من يمسكه.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البطاقات (١٢ دقيقة): تفرز المجموعات البطاقات الاثنتي عشرة في ثلاث كومات: مستشعرات، ووسائل عرض، ومُشغِّلات.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تعرض كل مجموعة بطاقة واحدة اختلف أفرادها حولها.</a:t>
            </a:r>
            <a:endParaRPr lang="ar-SA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املأ الأوعية قبيل الحصة مباشرة، ويجب أن يكون الماء الدافئ مريحًا عند اللمس لا ساخنًا. ارسم ١٢ بطاقة لكل مجموعة: ميزان حرارة، ومستشعر مصباح شمسي، ومجسّ تربة، وميكروفون، وكاميرا؛ وشاشة تلفاز، ومؤشّر ميزان الوزن، ولوحة نتائج؛ ومضخة، ومحرّك مروحة، وجرس، ومكبّر صوت.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لاحظت آذانكم وجلودكم وأنوفكم قبل قليل؟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فلماذا تروي كل يد قصة مختلفة؟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هذه البطاقة تلاحظ شيئًا، أم تعرض شيئًا، أم تفعل شيئًا؟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المستشعر؟،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مستشعر واحد + ما يستشعره + أين رأيته.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ما المستشعر؟</dc:title>
  <dc:subject>PptxGenJS Presentation</dc:subject>
  <dc:creator>Darsi</dc:creator>
  <cp:lastModifiedBy>Darsi</cp:lastModifiedBy>
  <cp:revision>1</cp:revision>
  <dcterms:created xsi:type="dcterms:W3CDTF">2026-10-27T22:35:10Z</dcterms:created>
  <dcterms:modified xsi:type="dcterms:W3CDTF">2026-10-27T22:35:10Z</dcterms:modified>
</cp:coreProperties>
</file>