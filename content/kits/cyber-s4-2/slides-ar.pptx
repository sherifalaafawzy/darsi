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الأقفال والمفاتيح: التشفير بالمفتاح العام،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الأقفال والمفاتيح: التشفير بالمفتاح العام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الأقفال والمفاتيح: التشفير بالمفتاح العام،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ستتعلّم أن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مشكلة تبادل المفتاح وكيف يحلّها المفتاحان.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ما يثبته التوقيع الرقمي.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تبيّن ما يثبته قفل HTTPS وما لا يثبته.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الأقفال والمفاتيح: التشفير بالمفتاح العام،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المفتاح العام: شاركه، فيقفل به أي أحد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المفتاح الخاص: احتفظ به، فهو وحده يفتح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وقّع بالخاص، وتحقّق بالعام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القفل: سري، لا أمين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الأقفال والمفاتيح: التشفير بالمفتاح العام،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بريد الأقفال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مشكلة المفتاح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المختبر (٦ دقائق): اصنع زوج مفاتيح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التمثيل (٥ دقائق): بريد الأقفال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(٣ دقائق): ما يثبته القفل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 بمفتاحه وصندوق صغير لكل مجموعة من ثلاثة، أو ارسموها على الورق.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الأقفال والمفاتيح: التشفير بالمفتاح العام،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يكون إعطاء مفتاحك العام للجميع آمنًا؟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يمنع التوقيع تحديثًا مزيّفًا للهاتف؟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يستطيع موقع احتيال أن يُظهر قفلًا؟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الأقفال والمفاتيح: التشفير بالمفتاح العام،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مفتاح يقفل، وأيّها يفتح، وأيّها يوقّع؟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الأقفال والمفاتيح: التشفير بالمفتاح العام</dc:title>
  <dc:subject>PptxGenJS Presentation</dc:subject>
  <dc:creator>Darsi</dc:creator>
  <cp:lastModifiedBy>Darsi</cp:lastModifiedBy>
  <cp:revision>1</cp:revision>
  <dcterms:created xsi:type="dcterms:W3CDTF">2026-10-28T14:44:02Z</dcterms:created>
  <dcterms:modified xsi:type="dcterms:W3CDTF">2026-10-28T14:44:02Z</dcterms:modified>
</cp:coreProperties>
</file>