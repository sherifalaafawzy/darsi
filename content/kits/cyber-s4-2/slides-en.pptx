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04A7E"/>
          </a:solidFill>
          <a:ln w="12700">
            <a:solidFill>
              <a:srgbClr val="F04A7E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Locks and keys: public-key cryptography · 1</a:t>
            </a:r>
            <a:endParaRPr lang="en-GB" sz="1100" dirty="0"/>
          </a:p>
        </p:txBody>
      </p:sp>
      <p:sp>
        <p:nvSpPr>
          <p:cNvPr id="5" name="Shape 2"/>
          <p:cNvSpPr/>
          <p:nvPr/>
        </p:nvSpPr>
        <p:spPr>
          <a:xfrm>
            <a:off x="8138160" y="1280160"/>
            <a:ext cx="3474720" cy="3474720"/>
          </a:xfrm>
          <a:prstGeom prst="roundRect">
            <a:avLst>
              <a:gd name="adj" fmla="val 10526"/>
            </a:avLst>
          </a:prstGeom>
          <a:solidFill>
            <a:srgbClr val="FDD9E5"/>
          </a:solidFill>
          <a:ln w="12700">
            <a:solidFill>
              <a:srgbClr val="FDD9E5"/>
            </a:solidFill>
            <a:prstDash val="solid"/>
          </a:ln>
        </p:spPr>
      </p:sp>
      <p:pic>
        <p:nvPicPr>
          <p:cNvPr id="6" name="Image 1" descr="H:\htdocs\darsi\apps\web\public\app-icons\app-icon-19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0" y="2103120"/>
            <a:ext cx="1828800" cy="18288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40080" y="1828800"/>
            <a:ext cx="72237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54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Locks and keys: public-key cryptography</a:t>
            </a:r>
            <a:endParaRPr lang="en-GB" sz="5400" dirty="0"/>
          </a:p>
        </p:txBody>
      </p:sp>
      <p:sp>
        <p:nvSpPr>
          <p:cNvPr id="8" name="Text 4"/>
          <p:cNvSpPr/>
          <p:nvPr/>
        </p:nvSpPr>
        <p:spPr>
          <a:xfrm>
            <a:off x="640080" y="3749040"/>
            <a:ext cx="7223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2200" b="1" dirty="0">
                <a:solidFill>
                  <a:srgbClr val="A31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Cyber security · Level 4 · Lesson 2</a:t>
            </a:r>
            <a:endParaRPr lang="en-GB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04A7E"/>
          </a:solidFill>
          <a:ln w="12700">
            <a:solidFill>
              <a:srgbClr val="F04A7E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Locks and keys: public-key cryptography · 2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this lesson you will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 the key-sharing problem and how two keys solve it.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 what a digital signature proves.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Say what the HTTPS padlock does and doesn’t prove.</a:t>
            </a:r>
            <a:endParaRPr lang="en-GB" sz="2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04A7E"/>
          </a:solidFill>
          <a:ln w="12700">
            <a:solidFill>
              <a:srgbClr val="F04A7E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Locks and keys: public-key cryptography · 3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ideas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key: share it, anyone can lock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Private key: keep it, only it opens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 with the private key, check with the public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Padlock: private, not honest</a:t>
            </a:r>
            <a:endParaRPr lang="en-GB" sz="2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04A7E"/>
          </a:solidFill>
          <a:ln w="12700">
            <a:solidFill>
              <a:srgbClr val="F04A7E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Locks and keys: public-key cryptography · 4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Activity: Padlock post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72237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Warm-up (3 min): The key problem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 (6 min): Make a key pair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it out (5 min): Padlock post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Wrap-up (3 min): What the padlock proves</a:t>
            </a:r>
            <a:endParaRPr lang="en-GB" sz="2600" dirty="0"/>
          </a:p>
        </p:txBody>
      </p:sp>
      <p:sp>
        <p:nvSpPr>
          <p:cNvPr id="7" name="Shape 4"/>
          <p:cNvSpPr/>
          <p:nvPr/>
        </p:nvSpPr>
        <p:spPr>
          <a:xfrm>
            <a:off x="8321040" y="1783080"/>
            <a:ext cx="3246120" cy="2011680"/>
          </a:xfrm>
          <a:prstGeom prst="roundRect">
            <a:avLst>
              <a:gd name="adj" fmla="val 9091"/>
            </a:avLst>
          </a:prstGeom>
          <a:solidFill>
            <a:srgbClr val="FFE2D2"/>
          </a:solidFill>
          <a:ln w="25400">
            <a:solidFill>
              <a:srgbClr val="FF6A2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458200" y="1874520"/>
            <a:ext cx="2971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GB" altLang="en-US" sz="20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padlock with its key and a small box per group of three, or draw them on paper.</a:t>
            </a:r>
            <a:endParaRPr lang="en-GB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04A7E"/>
          </a:solidFill>
          <a:ln w="12700">
            <a:solidFill>
              <a:srgbClr val="F04A7E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Locks and keys: public-key cryptography · 5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Think it through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is it safe to give your public key to everyone?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does a signature stop a fake phone update?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can a scam site still show a padlock?</a:t>
            </a:r>
            <a:endParaRPr lang="en-GB" sz="2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04A7E"/>
          </a:solidFill>
          <a:ln w="12700">
            <a:solidFill>
              <a:srgbClr val="F04A7E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Locks and keys: public-key cryptography · 6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you go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key locks, which opens, and which signs?</a:t>
            </a:r>
            <a:endParaRPr lang="en-GB" sz="2600" dirty="0"/>
          </a:p>
        </p:txBody>
      </p:sp>
      <p:sp>
        <p:nvSpPr>
          <p:cNvPr id="7" name="Shape 4"/>
          <p:cNvSpPr/>
          <p:nvPr/>
        </p:nvSpPr>
        <p:spPr>
          <a:xfrm>
            <a:off x="822960" y="4572000"/>
            <a:ext cx="10515600" cy="36576"/>
          </a:xfrm>
          <a:prstGeom prst="rect">
            <a:avLst/>
          </a:prstGeom>
          <a:solidFill>
            <a:srgbClr val="EAD9C4"/>
          </a:solidFill>
          <a:ln w="12700">
            <a:solidFill>
              <a:srgbClr val="EAD9C4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Darsi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Locks and keys: public-key cryptography</dc:title>
  <dc:subject>PptxGenJS Presentation</dc:subject>
  <dc:creator>Darsi</dc:creator>
  <cp:lastModifiedBy>Darsi</cp:lastModifiedBy>
  <cp:revision>1</cp:revision>
  <dcterms:created xsi:type="dcterms:W3CDTF">2026-10-28T14:44:02Z</dcterms:created>
  <dcterms:modified xsi:type="dcterms:W3CDTF">2026-10-28T14:44:02Z</dcterms:modified>
</cp:coreProperties>
</file>