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اجعلها تعمل وحدها: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اجعلها تعمل وحدها: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٣،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اجعلها تعمل وحدها: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الدورة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إذا حدث هذا، فافعل ذاك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يجب أن يعمل؟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جهاز يتذكّر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طاقة من البطاريات والشمس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اجعلها تعمل وحدها: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«إذا» شرط «فإن» فعل، و«و» تتطلّب الشرطين، و«أو» يكفيها أحدهما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العتبات من قراءات حقيقية، والعتبتان توقفان التقطّع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على قدر حاجة المهمة، وكل قراءة تهتز قليلًا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جهاز الإرسال يستنزف البطارية، والشمس تستطيع إعادة شحنها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اجعلها تعمل وحدها: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أجب عن كل سؤال على الورق أولًا، دون أن تعود إلى الدروس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صحّح إجاباتك واقرأ كل شرح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أعد تجربة المختبر من الدرس الذي وجدته أصعب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 فكرة كبرى واحدة لصديق أو لأحد في البيت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اجعلها تعمل وحدها: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فاجأتك أكثر من غيرها،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ستلاحظ هذا في البيت أو في المدينة هذا الأسبوع؟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تودّ أن تبني أو تجرّب بعد ذلك؟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اجعلها تعمل وحدها: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شيء أستطيع الآن أن أشرحه، وشيء أريد أن أجرّبه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اجعلها تعمل وحدها: اختبار الوحدة</dc:title>
  <dc:subject>PptxGenJS Presentation</dc:subject>
  <dc:creator>Darsi</dc:creator>
  <cp:lastModifiedBy>Darsi</cp:lastModifiedBy>
  <cp:revision>1</cp:revision>
  <dcterms:created xsi:type="dcterms:W3CDTF">2026-10-28T14:44:20Z</dcterms:created>
  <dcterms:modified xsi:type="dcterms:W3CDTF">2026-10-28T14:44:20Z</dcterms:modified>
</cp:coreProperties>
</file>