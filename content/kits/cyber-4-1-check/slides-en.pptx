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cyber-safe school: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cyber-safe school: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cyber-safe school: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one-page cyber safety policy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assessment: what could go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drills: practise before it happens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cyber safety across the school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cyber-safe school: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people read, follow and sign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× impact: fix the likely and serious first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Rehearse the bad day on a quiet 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and often, in every subject, matched to age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cyber-safe school: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walk: our school’s next three steps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Each person names one change made since the unit began.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(10 min): Walk past the policy, the risk register, the drill notes and the term plan.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(10 min): Mark one gap on each with a sticky note.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(10 min): Choose the three most important gaps and give each an owner and a date.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Read the three steps aloud and agree when to check them.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four pieces of work from the unit and pin them up before the meeting. Prepare sticky notes or paper slips and tape.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cyber-safe school: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changed in our school since this unit began?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risk still has no owner?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pupils and parents notice the difference?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cyber-safe school: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step I own, and its date.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cyber-safe school: unit check</dc:title>
  <dc:subject>PptxGenJS Presentation</dc:subject>
  <dc:creator>Darsi</dc:creator>
  <cp:lastModifiedBy>Darsi</cp:lastModifiedBy>
  <cp:revision>1</cp:revision>
  <dcterms:created xsi:type="dcterms:W3CDTF">2026-10-28T09:29:44Z</dcterms:created>
  <dcterms:modified xsi:type="dcterms:W3CDTF">2026-10-28T09:29:44Z</dcterms:modified>
</cp:coreProperties>
</file>