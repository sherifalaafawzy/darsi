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آمنة سيبرانيًا: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 للأمن السيبراني في صفحة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المخاطر: ما الذي قد يسوء؟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تدريبات الحوادث: تدرّبوا قبل أن تقع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 الأمن السيبراني في المدرسة كلها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يقرؤها الجميع ويلتزمون بها ويوقّعون عليها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الاحتمال × الأثر: عالج المحتمل والخطير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تدرّب على اليوم الصعب في يوم هادئ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قليل ومتكرّر، في كل مادة، بما يناسب العمر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المعرض: الخطوات الثلاث التالية لمدرستنا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يذكر كل شخص تغييرًا واحدًا حدث منذ بداية الوحدة.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المعرض (١٠ دقائق): تجوّلوا بين السياسة وسجلّ المخاطر وملاحظات التدريب وخطة الفصل.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الثغرات (١٠ دقائق): ضعوا على كلٍّ منها ورقة لاصقة تحدّد ثغرة واحدة.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(١٠ دقائق): اختاروا أهمّ ثلاث ثغرات، واجعلوا لكلٍّ منها مسؤولًا وموعدًا.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اقرؤوا الخطوات الثلاث بصوت عالٍ، واتفقوا على موعد مراجعتها.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أحضر أعمال الوحدة الأربعة وعلّقها قبل الاجتماع. وجهّز أوراقًا لاصقة أو قصاصات ورق وشريطًا لاصقًا.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تغيّر في مدرستنا منذ بداية هذه الوحدة؟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خطر ما زال بلا مسؤول؟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سيلاحظ الطلاب وأولياء الأمور الفرق؟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مدرسة آمنة سيبرانيًا: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التي أتولّاها، وموعدها.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مدرسة آمنة سيبرانيًا: اختبار الوحدة</dc:title>
  <dc:subject>PptxGenJS Presentation</dc:subject>
  <dc:creator>Darsi</dc:creator>
  <cp:lastModifiedBy>Darsi</cp:lastModifiedBy>
  <cp:revision>1</cp:revision>
  <dcterms:created xsi:type="dcterms:W3CDTF">2026-10-28T09:29:45Z</dcterms:created>
  <dcterms:modified xsi:type="dcterms:W3CDTF">2026-10-28T09:29:45Z</dcterms:modified>
</cp:coreProperties>
</file>