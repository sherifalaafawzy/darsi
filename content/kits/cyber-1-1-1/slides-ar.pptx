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عبارات مرور تستطيع تذكّرها،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عبارات مرور تستطيع تذكّرها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الأمن السيبراني، المستوى ١، الدرس ١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عبارات مرور تستطيع تذكّرها،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نشرح لماذا يصعب تخمين ثلاث كلمات عشوائية أكثر من اسم وتاريخ ميلاد.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نبني عبارة مرور للتدريب من ثلاث بطاقات كلمات عشوائية ونتذكّرها.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نذكر ثلاثة أشياء لا نشاركها أبدًا مع الأصدقاء أو المتصلين: كلمة المرور، والرقم السري، والرمز لمرة واحدة.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عبارات مرور تستطيع تذكّرها،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ابنِ عبارة مرور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اختر ثلاث كلمات عشوائية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صِلها معًا في عبارة مرور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عبارة خاصة للبريد وأخرى للمال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احتفظ بقائمة مكتوبة في البيت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تشاركها ولا تشارك أي رمز أبدًا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عبارات مرور تستطيع تذكّرها،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بُناة عبارات المرور: بطاقات الكلمات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ar-SA" altLang="en-US" sz="18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(٥ دقائق): اعرض قفل الأرقام ذا العجلات الثلاث.</a:t>
            </a:r>
            <a:endParaRPr lang="ar-SA" sz="1800" dirty="0"/>
          </a:p>
          <a:p>
            <a:pPr rtl="1" algn="r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ar-SA" altLang="en-US" sz="18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الشرح (٨ دقائق): أشِر إلى «Musa2012».</a:t>
            </a:r>
            <a:endParaRPr lang="ar-SA" sz="1800" dirty="0"/>
          </a:p>
          <a:p>
            <a:pPr rtl="1" algn="r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ar-SA" altLang="en-US" sz="18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بطاقات الكلمات (١٢ دقيقة): يسحب كل زوج ثلاث بطاقات، ويكتب عبارة مرور للتدريب، ويرسم صورة واحدة تربط بين الكلمات.</a:t>
            </a:r>
            <a:endParaRPr lang="ar-SA" sz="1800" dirty="0"/>
          </a:p>
          <a:p>
            <a:pPr rtl="1" algn="r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ar-SA" altLang="en-US" sz="18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حوار الأزواج (٨ دقائق): اقرأ بصوت عالٍ أربعة مواقف: صديق يطلب كلمة مرورك؛ متصل يطلب رمزًا أُرسل إلى هاتف أحد الوالدين؛ كلمة مرور واحدة لكل شيء؛ قائمة محفوظة بأمان في البيت.</a:t>
            </a:r>
            <a:endParaRPr lang="ar-SA" sz="1800" dirty="0"/>
          </a:p>
          <a:p>
            <a:pPr rtl="1" algn="r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ar-SA" altLang="en-US" sz="18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الختام (٧ دقائق): ينظر كل زوج إلى صورته ويحاول تذكّر كلماته الثلاث.</a:t>
            </a:r>
            <a:endParaRPr lang="ar-SA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نحو ٤٠ اسمًا لأشياء من الحياة اليومية على بطاقات صغيرة، مثل: مانجو، ودلو، وصاروخ، وطبل، وصندل، وغيمة، واخلطها في كيس. واكتب على السبورة «Musa2012»، وارسم قفل أرقام بثلاث عجلات.</a:t>
            </a:r>
            <a:endParaRPr lang="ar-SA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عبارات مرور تستطيع تذكّرها،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الذي يجعل كلمة المرور صعبة التخمين وسهلة التذكّر في آنٍ واحد؟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عبارات مرور تستطيع تذكّرها،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قاعدة واحدة لعبارة مرور قوية + شيء واحد لا أشاركه أبدًا.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عبارات مرور تستطيع تذكّرها</dc:title>
  <dc:subject>PptxGenJS Presentation</dc:subject>
  <dc:creator>Darsi</dc:creator>
  <cp:lastModifiedBy>Darsi</cp:lastModifiedBy>
  <cp:revision>1</cp:revision>
  <dcterms:created xsi:type="dcterms:W3CDTF">2026-10-27T22:35:06Z</dcterms:created>
  <dcterms:modified xsi:type="dcterms:W3CDTF">2026-10-27T22:35:06Z</dcterms:modified>
</cp:coreProperties>
</file>