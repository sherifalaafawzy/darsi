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Passphrases you can remember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Passphrases you can remember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safety · Level 1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Passphrases you can remember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three random words are harder to guess than a name and a birthday.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practice passphrase from three random word cards and remember it.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three things we never share with friends or callers: a password, a PIN and a one-time code.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Passphrases you can remember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passphrase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three random words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them into a passphrase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for email and money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written list at home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 it or a code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Passphrases you can remember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Passphrase builders: Word cards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Show the padlock with three number dials.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Point to “Musa2012”.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cards (12 min): Pairs pull three cards, write a practice passphrase and draw one picture linking the words.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talk (8 min): Read out four situations: a friend asks for your password; a caller asks for a code sent to a parent’s phone; one password for everything; a list kept safe at home.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(7 min): Pairs look at their picture and try to recall their three words.</a:t>
            </a:r>
            <a:endParaRPr lang="en-GB" sz="18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about 40 everyday nouns on small cards — mango, bucket, rocket, drum, sandal, cloud — and mix them in a bag. On the board, write “Musa2012” and draw a padlock with three number dials.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Passphrases you can remember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password hard to guess but easy to remember?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Passphrases you can remember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 for a strong passphrase + one thing I never share.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Passphrases you can remember</dc:title>
  <dc:subject>PptxGenJS Presentation</dc:subject>
  <dc:creator>Darsi</dc:creator>
  <cp:lastModifiedBy>Darsi</cp:lastModifiedBy>
  <cp:revision>1</cp:revision>
  <dcterms:created xsi:type="dcterms:W3CDTF">2026-10-27T22:35:06Z</dcterms:created>
  <dcterms:modified xsi:type="dcterms:W3CDTF">2026-10-27T22:35:06Z</dcterms:modified>
</cp:coreProperties>
</file>