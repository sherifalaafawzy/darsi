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ابنِ دائرة كهربائية: اختبار الوحدة، ١</a:t>
            </a:r>
            <a:endParaRPr lang="ar-SA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CCF2EC"/>
          </a:solidFill>
          <a:ln w="12700">
            <a:solidFill>
              <a:srgbClr val="CCF2EC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912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ابنِ دائرة كهربائية: مراجعة</a:t>
            </a:r>
            <a:endParaRPr lang="ar-SA" sz="5400" dirty="0"/>
          </a:p>
        </p:txBody>
      </p:sp>
      <p:sp>
        <p:nvSpPr>
          <p:cNvPr id="8" name="Text 4"/>
          <p:cNvSpPr/>
          <p:nvPr/>
        </p:nvSpPr>
        <p:spPr>
          <a:xfrm>
            <a:off x="438912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065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إنترنت الأشياء، المستوى ٢، اختبار الوحدة</a:t>
            </a:r>
            <a:endParaRPr lang="ar-SA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ابنِ دائرة كهربائية: اختبار الوحدة، ٢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 هذه الدورة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اجعلها تضيء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مفاتيح تتخذ القرار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تكلّم بالنظام الثنائي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تعرّف على المتحكّم الدقيق</a:t>
            </a:r>
            <a:endParaRPr lang="ar-SA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ابنِ دائرة كهربائية: اختبار الوحدة، ٣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الأفكار الكبرى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الدائرة المغلقة تضيئه، والمقاومة تحميه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وOR وNOT تصنع كل قرار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بت يضاعف العدد: تفاصيل أكثر وبيانات أكثر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اقرأ، قرّر، نفّذ: مرة بعد مرة</a:t>
            </a:r>
            <a:endParaRPr lang="ar-SA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ابنِ دائرة كهربائية: اختبار الوحدة، ٤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اختبر نفسك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أجب عن كل سؤال على الورق أولًا، دون أن تعود إلى الدروس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صحّح إجاباتك واقرأ كل شرح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أعد تجربة المختبر من الدرس الذي وجدته أصعب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اشرح فكرة كبرى واحدة لصديق أو لأحد في البيت</a:t>
            </a:r>
            <a:endParaRPr lang="ar-SA" sz="2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ابنِ دائرة كهربائية: اختبار الوحدة، ٥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لنتناقش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أيّ فكرة فاجأتك أكثر من غيرها، ولماذا؟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أين ستلاحظ هذا في البيت أو في المدينة هذا الأسبوع؟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ماذا تودّ أن تبني أو تجرّب بعد ذلك؟</a:t>
            </a:r>
            <a:endParaRPr lang="ar-SA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ابنِ دائرة كهربائية: اختبار الوحدة، ٦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تحقّق من نفسك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شيء أستطيع الآن أن أشرحه، وشيء أريد أن أجرّبه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ابنِ دائرة كهربائية: اختبار الوحدة</dc:title>
  <dc:subject>PptxGenJS Presentation</dc:subject>
  <dc:creator>Darsi</dc:creator>
  <cp:lastModifiedBy>Darsi</cp:lastModifiedBy>
  <cp:revision>1</cp:revision>
  <dcterms:created xsi:type="dcterms:W3CDTF">2026-10-28T14:44:15Z</dcterms:created>
  <dcterms:modified xsi:type="dcterms:W3CDTF">2026-10-28T14:44:15Z</dcterms:modified>
</cp:coreProperties>
</file>