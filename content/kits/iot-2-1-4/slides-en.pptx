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Microcontrollers: sense, decide, act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parts of a microcontroller board: power, pins, inputs and outputs.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program's loop reads a sensor, decides and acts (a night light).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way to start: a simulator, a real board, or unplugged.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decide, act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bring news 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act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once, then loop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is what you design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microcontroller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Name devices that switch themselves on and off.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Inputs, outputs and the loop; the night-light rule.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it out (10 min): A pupil runs the program card with a torch.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(12 min): Groups draw the loop and change the threshold.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Show it in a simulator, if you can.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program card before class: READ the window light; DECIDE: is it darker than our level?; ACT: torch on or off; WAIT 5 seconds; REPEAT. Try MakeCode on your own phone first: the micro:bit's light level runs from 0 to 255, so use a threshold such as 50.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devices around you run a loop like this?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useful that the threshold is a number we can change?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if the light sensor sits in the shade?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Microcontrollers: sense, decide, act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night light's loop in four boxes, with the rule in the decide box.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Microcontrollers: sense, decide, act</dc:title>
  <dc:subject>PptxGenJS Presentation</dc:subject>
  <dc:creator>Darsi</dc:creator>
  <cp:lastModifiedBy>Darsi</cp:lastModifiedBy>
  <cp:revision>1</cp:revision>
  <dcterms:created xsi:type="dcterms:W3CDTF">2026-10-28T06:24:16Z</dcterms:created>
  <dcterms:modified xsi:type="dcterms:W3CDTF">2026-10-28T06:24:16Z</dcterms:modified>
</cp:coreProperties>
</file>