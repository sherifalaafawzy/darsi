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المتحكّمات الدقيقة: استشعر، قرّر، نفّذ،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CCF2EC"/>
          </a:solidFill>
          <a:ln w="12700">
            <a:solidFill>
              <a:srgbClr val="CCF2EC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المتحكّمات الدقيقة: استشعر، قرّر، نفّذ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065F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إنترنت الأشياء، المستوى ٢،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المتحكّمات الدقيقة: استشعر، قرّر، نفّذ،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نسمّي أجزاء لوحة المتحكّم الدقيق: التغذية، والمنافذ، والمدخلات، والمخرجات.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نشرح كيف تقرأ حلقة البرنامج المستشعر وتقرّر وتنفّذ (مصباح ليلي).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نختار طريقة للبدء: محاكيًا، أو لوحة حقيقية، أو دون أي أدوات.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المتحكّمات الدقيقة: استشعر، قرّر، نفّذ،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اقرأ، قرّر، نفّذ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المدخلات تأتي بالأخبار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المخرجات تنفّذ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إعداد مرة واحدة، ثم حلقة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القاعدة هي ما تصمّمه أنت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المتحكّمات الدقيقة: استشعر، قرّر، نفّذ،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كن أنت المتحكّم الدقيق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تمهيد (٥ دقائق): سمّوا أجهزة تعمل وتتوقّف وحدها.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الشرح (٨ دقائق): المدخلات والمخرجات والحلقة، وقاعدة المصباح الليلي.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التمثيل (١٠ دقائق): ينفّذ طالب بطاقة البرنامج بمصباح يدوي.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المخطط (١٢ دقيقة): ترسم المجموعات الحلقة وتغيّر العتبة.</a:t>
            </a:r>
            <a:endParaRPr lang="ar-SA" sz="23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3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الختام (٥ دقائق): اعرضها في محاكٍ، إن استطعت.</a:t>
            </a:r>
            <a:endParaRPr lang="ar-SA" sz="23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بطاقة البرنامج قبل الحصة: اقرأ ضوء النافذة؛ قرّر: هل هو أظلم من مستوانا؟؛ نفّذ: أضئ المصباح أو أطفئه؛ انتظر ٥ ثوانٍ؛ كرّر. وجرّب MakeCode على هاتفك أولًا: مستوى الضوء في micro:bit يمتد من ٠ إلى ٢٥٥، فاستعمل عتبة مثل ٥٠.</a:t>
            </a:r>
            <a:endParaRPr lang="ar-SA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المتحكّمات الدقيقة: استشعر، قرّر، نفّذ،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أيّ الأجهزة من حولكم تدير حلقة كهذه؟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من المفيد أن تكون العتبة عددًا نستطيع تغييره؟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الخطأ الذي قد يحدث إذا وُضع مستشعر الضوء في الظل؟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المتحكّمات الدقيقة: استشعر، قرّر، نفّذ،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ارسم حلقة المصباح الليلي في أربعة مربعات، والقاعدة في مربع القرار.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المتحكّمات الدقيقة: استشعر، قرّر، نفّذ</dc:title>
  <dc:subject>PptxGenJS Presentation</dc:subject>
  <dc:creator>Darsi</dc:creator>
  <cp:lastModifiedBy>Darsi</cp:lastModifiedBy>
  <cp:revision>1</cp:revision>
  <dcterms:created xsi:type="dcterms:W3CDTF">2026-10-28T06:24:17Z</dcterms:created>
  <dcterms:modified xsi:type="dcterms:W3CDTF">2026-10-28T06:24:17Z</dcterms:modified>
</cp:coreProperties>
</file>