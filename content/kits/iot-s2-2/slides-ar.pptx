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مفاتيح تتخذ القرار،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تتخذ القرار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مفاتيح تتخذ القرار،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AND وOR وNOT بالمفاتيح والمصابيح.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تملأ جدول الحقيقة لقاعدة بسيطة.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تصمّم المنطق لجهاز حقيقي، كمروحة أو جهاز إنذار.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مفاتيح تتخذ القرار،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وOR وNOT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التوالي يصنع AND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التوازي يصنع OR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تقلب مدخلها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الحقيقة يفحص كل حالة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مفاتيح تتخذ القرار،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محقّق جداول الحقيقة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ثلاثة أجهزة تتخذ قرارًا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قاعدة كلٍّ منها بالكلمات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حوّلها إلى AND أو OR أو NOT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اعمل جدول الحقيقة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ابحث عن الصف غير المعقول وأصلحه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تحتاج إلى أدوات. وإن بنيت دائرة ببطاريات: البطاريات وحدها، واضغط مشابك الورق على شرائط الألومنيوم لتصنع مفاتيح، ولا تصل موجب البطارية بسالبها بورق الألومنيوم وحده أبدًا.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مفاتيح تتخذ القرار،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قاعدة جهاز كانت أصعب في الكتابة،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يمكن أن يهدر خطأٌ في قاعدةٍ المال، أو أن يكون خطرًا؟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يستحق جدول الحقيقة أن يُكتب قبل البناء؟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مفاتيح تتخذ القرار،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جدول الحقيقة للقاعدة A AND NOT B.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مفاتيح تتخذ القرار</dc:title>
  <dc:subject>PptxGenJS Presentation</dc:subject>
  <dc:creator>Darsi</dc:creator>
  <cp:lastModifiedBy>Darsi</cp:lastModifiedBy>
  <cp:revision>1</cp:revision>
  <dcterms:created xsi:type="dcterms:W3CDTF">2026-10-28T14:44:12Z</dcterms:created>
  <dcterms:modified xsi:type="dcterms:W3CDTF">2026-10-28T14:44:12Z</dcterms:modified>
</cp:coreProperties>
</file>