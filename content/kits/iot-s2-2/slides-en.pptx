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Switches that decide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that decide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Switches that decide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AND, OR and NOT with switches and lights.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a truth table for a simple rule.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logic for a real device, like a fan or an alarm.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Switches that decide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 and NOT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makes AND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makes OR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flips its input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truth table checks every case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Switches that decide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table detective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three devices that decide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rule in words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into AND, OR or NOT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truth table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silly row and fix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kit needed. If you build with batteries: batteries only, press the paper clips onto foil strips to make switches, and never join the battery's + and − with foil alone.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Switches that decide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device's rule was hardest to write,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a mistake in a rule waste money or be unsafe?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worth writing the truth table before you build?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Switches that decide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truth table for A AND NOT B.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Switches that decide</dc:title>
  <dc:subject>PptxGenJS Presentation</dc:subject>
  <dc:creator>Darsi</dc:creator>
  <cp:lastModifiedBy>Darsi</cp:lastModifiedBy>
  <cp:revision>1</cp:revision>
  <dcterms:created xsi:type="dcterms:W3CDTF">2026-10-28T14:44:12Z</dcterms:created>
  <dcterms:modified xsi:type="dcterms:W3CDTF">2026-10-28T14:44:12Z</dcterms:modified>
</cp:coreProperties>
</file>