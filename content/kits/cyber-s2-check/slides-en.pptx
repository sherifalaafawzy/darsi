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digital footprint: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digital footprint: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digital footprint: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post leaves a trace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knows where you are?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care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is watching?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digital footprint: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leaves a trace, and details add up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only what an app needs; share location with care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Ask, pause and check before you share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Networks, trackers and free apps see more than you think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digital footprint: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Footprint makeover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Recall one habit from each lesson.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(7 min): Write a made-up profile with five risky details.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(7 min): Swap with a partner and make it safe.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(3 min): Explain your three best fixes.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made-up names and details. The profile is a game, not anyone you know.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digital footprint: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habit from this unit will you keep?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 most about who can see your data?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explain your footprint to a younger student?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digital footprint: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most useful habit from this unit + when I’ll use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digital footprint: unit check</dc:title>
  <dc:subject>PptxGenJS Presentation</dc:subject>
  <dc:creator>Darsi</dc:creator>
  <cp:lastModifiedBy>Darsi</cp:lastModifiedBy>
  <cp:revision>1</cp:revision>
  <dcterms:created xsi:type="dcterms:W3CDTF">2026-10-28T14:43:55Z</dcterms:created>
  <dcterms:modified xsi:type="dcterms:W3CDTF">2026-10-28T14:43:55Z</dcterms:modified>
</cp:coreProperties>
</file>