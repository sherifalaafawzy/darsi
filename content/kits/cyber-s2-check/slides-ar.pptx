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بصمتك الرقمية: اختبار الوحدة،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بصمتك الرقمية: مراجعة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٢، اختبار الوحدة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بصمتك الرقمية: اختبار الوحدة،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الوحدة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منشور يترك أثرًا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 يعرف أين أنت؟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شارك بعناية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 يراقب أيضًا؟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بصمتك الرقمية: اختبار الوحدة،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الكبرى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شيء يترك أثرًا، والتفاصيل تتجمّع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اسمح فقط بما يحتاج إليه التطبيق، وشارك موقعك بحذر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استأذن وتمهّل وتحقّق قبل أن تشارك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الشبكات والمتتبِّعات والتطبيقات المجانية ترى أكثر مما تظن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بصمتك الرقمية: اختبار الوحدة،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النشاط: تجديد البصمة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(٣ دقائق): تذكّر عادة واحدة من كل درس.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التخطيط (٧ دقائق): اكتب حسابًا خياليًا فيه خمسة تفاصيل خطرة.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الإصلاح (٧ دقائق): تبادله مع زميلك واجعله آمنًا.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المشاركة (٣ دقائق): اشرح أفضل ثلاثة إصلاحات.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استعمل أسماء وتفاصيل خيالية فقط. فالحساب لعبة، لا شخص تعرفه.</a:t>
            </a:r>
            <a:endParaRPr lang="ar-SA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بصمتك الرقمية: اختبار الوحدة،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عادة من هذه الوحدة ستحافظ عليها؟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أكثر ما فاجأك في معرفة مَن يستطيع رؤية بياناتك؟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تشرح بصمتك الرقمية لطالب أصغر منك؟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بصمتك الرقمية: اختبار الوحدة،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أنفع عادة تعلّمتها في هذه الوحدة + متى سأستعملها.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بصمتك الرقمية: اختبار الوحدة</dc:title>
  <dc:subject>PptxGenJS Presentation</dc:subject>
  <dc:creator>Darsi</dc:creator>
  <cp:lastModifiedBy>Darsi</cp:lastModifiedBy>
  <cp:revision>1</cp:revision>
  <dcterms:created xsi:type="dcterms:W3CDTF">2026-10-28T14:43:55Z</dcterms:created>
  <dcterms:modified xsi:type="dcterms:W3CDTF">2026-10-28T14:43:55Z</dcterms:modified>
</cp:coreProperties>
</file>