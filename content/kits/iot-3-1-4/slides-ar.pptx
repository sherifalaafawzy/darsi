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الشبكات: إيصال البيانات إلى وجهتها،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CCF2EC"/>
          </a:solidFill>
          <a:ln w="12700">
            <a:solidFill>
              <a:srgbClr val="CCF2EC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الشبكات: إيصال البيانات إلى وجهتها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065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إنترنت الأشياء، المستوى ٣، الدرس ٤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الشبكات: إيصال البيانات إلى وجهتها،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سنتعلّم اليوم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نقارن البلوتوث والواي فاي وشبكات الهاتف المحمول وLoRa من حيث المدى والطاقة والبيانات والكلفة.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نختار شبكة لمستشعر في المدرسة بحسب المسافة والطاقة وحجم البيانات.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نشرح كيف توصل البوابات والمكرّرات (الشبكة المتشابكة) الرسائل إلى ما بعد مدى جهاز إرسال واحد.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الشبكات: إيصال البيانات إلى وجهتها،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اختيار الشبكة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اسأل: ما المسافة، وما الطاقة، وكم البيانات، وما الكلفة؟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القريب: البلوتوث منخفض الطاقة أو الواي فاي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البعيد: شبكة الهاتف المحمول أو LoRa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خارج المدى: بوابة ومكرّرات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الشبكات: إيصال البيانات إلى وجهتها،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لعبة اللاسلكي في الساحة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416052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ar-SA" altLang="en-US" sz="23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تمهيد (٥ دقائق): مستشعر الخزان الذي لا يسمعه أحد.</a:t>
            </a:r>
            <a:endParaRPr lang="ar-SA" sz="2300" dirty="0"/>
          </a:p>
          <a:p>
            <a:pPr rtl="1" algn="r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ar-SA" altLang="en-US" sz="23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الشرح (٨ دقائق): أربعة أسئلة وأربعة أجهزة إرسال.</a:t>
            </a:r>
            <a:endParaRPr lang="ar-SA" sz="2300" dirty="0"/>
          </a:p>
          <a:p>
            <a:pPr rtl="1" algn="r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ar-SA" altLang="en-US" sz="23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اللعب (١٥ دقيقة): مرّروا الأوراق قفزة بعد قفزة إلى البوابة.</a:t>
            </a:r>
            <a:endParaRPr lang="ar-SA" sz="2300" dirty="0"/>
          </a:p>
          <a:p>
            <a:pPr rtl="1" algn="r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ar-SA" altLang="en-US" sz="23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الاختيار (٨ دقائق): ارسموا المدرسة، واختاروا شبكة لمستشعر واحد.</a:t>
            </a:r>
            <a:endParaRPr lang="ar-SA" sz="2300" dirty="0"/>
          </a:p>
          <a:p>
            <a:pPr rtl="1" algn="r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ar-SA" altLang="en-US" sz="23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الختام (٤ دقائق): ماذا يحدث حين يتعطّل المكرّر؟</a:t>
            </a:r>
            <a:endParaRPr lang="ar-SA" sz="23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اختر مساحة آمنة مفتوحة، واتفق مع الطلاب على إشارة للتوقف. يمشي الطلاب ولا يركضون أبدًا، ويمرّرون الأوراق فقط. ويمكن للطالب الذي يصعب عليه التنقّل أن يكون البوابة.</a:t>
            </a:r>
            <a:endParaRPr lang="ar-SA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الشبكات: إيصال البيانات إلى وجهتها،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لنتناقش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أيّ مستشعر في المدرسة ستوصله أولًا، وكيف؟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ماذا يحدث للبيانات إذا انقطعت الكهرباء عن البوابة؟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متى تكفي بطاقة ذاكرة تُجمع كل أسبوع؟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الشبكات: إيصال البيانات إلى وجهتها،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بطاقة الخروج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مستشعر تربة على بعد ٢ كيلومتر من المدرسة، يعمل بالبطاريات، ويرسل ١٠ بايتات كل ساعة. أيّ شبكة تختار، ولماذا؟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الشبكات: إيصال البيانات إلى وجهتها</dc:title>
  <dc:subject>PptxGenJS Presentation</dc:subject>
  <dc:creator>Darsi</dc:creator>
  <cp:lastModifiedBy>Darsi</cp:lastModifiedBy>
  <cp:revision>1</cp:revision>
  <dcterms:created xsi:type="dcterms:W3CDTF">2026-10-28T12:56:19Z</dcterms:created>
  <dcterms:modified xsi:type="dcterms:W3CDTF">2026-10-28T12:56:19Z</dcterms:modified>
</cp:coreProperties>
</file>