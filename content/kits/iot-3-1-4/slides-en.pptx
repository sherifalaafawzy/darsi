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Networks: getting the data home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Networks: getting the data home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Networks: getting the data home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Bluetooth, Wi-Fi, mobile networks and LoRa by range, power, data and cost.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network for a school sensor from its distance, power and data needs.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gateways and relays (a mesh) carry messages beyond one radio's reach.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Networks: getting the data home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network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how far, what power, how much data, what cost?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Near: Bluetooth LE or Wi-Fi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Far: a mobile network or LoRa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reach: a gateway and relays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Networks: getting the data home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playground radio game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tank sensor nobody can hear.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Four questions and four radios.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(15 min): Pass notes hop by hop to the gateway.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(8 min): Draw the school; choose a network for one sensor.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(4 min): What happens when a relay fails?</a:t>
            </a:r>
            <a:endParaRPr lang="en-GB" sz="24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safe, open space and agree a signal to stop. Pupils walk, never run, and pass notes only. A pupil who can't move about easily can be the gateway.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Networks: getting the data home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school sensor would you connect first, and how?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the data if the gateway loses power?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a memory card collected weekly be enough?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Networks: getting the data home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soil sensor 2 km from school, on batteries, sends 10 bytes an hour. Which network, and why?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Networks: getting the data home</dc:title>
  <dc:subject>PptxGenJS Presentation</dc:subject>
  <dc:creator>Darsi</dc:creator>
  <cp:lastModifiedBy>Darsi</cp:lastModifiedBy>
  <cp:revision>1</cp:revision>
  <dcterms:created xsi:type="dcterms:W3CDTF">2026-10-28T12:56:18Z</dcterms:created>
  <dcterms:modified xsi:type="dcterms:W3CDTF">2026-10-28T12:56:18Z</dcterms:modified>
</cp:coreProperties>
</file>