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مشروعك المتصل،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مشروعك المتصل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إنترنت الأشياء، المستوى ٤، الدرس ٤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مشروعك المتصل،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هذا الدرس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ستحوّل مشكلة في مجتمعك إلى تصميم متصل: استشعر، وقرّر، ونفّذ، وأوصِل.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ستوازن بين التصاميم بإنصاف من حيث الكلفة والطاقة والأمان والخصوصية.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ستعرض التصميم بحيث يستطيع الآخرون الحكم عليه وتحسينه.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مشروعك المتصل،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صمّم بإنصاف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ابدأ من مشكلة حقيقية ومن أصحابها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استشعر، وقرّر، ونفّذ، وأوصِل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قيّم الكلفة والطاقة والأمان والخصوصية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افشل بأمان، ثم اسأل عمّا فاتك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مشروعك المتصل،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صمّم حلًّا متصلًا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اختر مشكلة وتحدّث إلى شخصين.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مقياسًا للنجاح.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ارسم تصميمين في أربعة مربعات.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قيّم التصميمين، وخطّط للأعطال.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اعرضه على أحد ودوّن ما فاتك.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تختبر أي شيء في ماء الفيضان، ولا قرب كهرباء المنازل، ولا على طريق. واستأذن شخصًا بالغًا قبل أن تتحدّث إلى أناس لا تعرفهم، ولا تصوّر الناس دون أن تسألهم.</a:t>
            </a:r>
            <a:endParaRPr lang="ar-SA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مشروعك المتصل،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تصميم نال أعلى درجة، وهل يوافق المتأثرون على ذلك؟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يفعل تصميمك حين يتعطّل مستشعره؟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البيانات التي يجمعها تصميمك، وهل يحتاج إليها كلها؟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مشروعك المتصل،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تحقّق من نفسك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اذكر الأجزاء الأربعة للتصميم المتصل.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مشروعك المتصل</dc:title>
  <dc:subject>PptxGenJS Presentation</dc:subject>
  <dc:creator>Darsi</dc:creator>
  <cp:lastModifiedBy>Darsi</cp:lastModifiedBy>
  <cp:revision>1</cp:revision>
  <dcterms:created xsi:type="dcterms:W3CDTF">2026-10-28T14:44:24Z</dcterms:created>
  <dcterms:modified xsi:type="dcterms:W3CDTF">2026-10-28T14:44:24Z</dcterms:modified>
</cp:coreProperties>
</file>