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connected project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connected project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4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connected project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problem in your community into a connected design: sense, decide, act, connect.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 designs fairly against cost, power, safety and privacy.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 design so others can judge and improve it.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connected project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it fairly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real problem and its people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Sense, decide, act, connect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cost, power, safety and privacy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safe, then ask what you missed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connected project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connected solution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problem and talk to two people.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success measure.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two designs as four boxes.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both, and plan for failure.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someone and note what you missed.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test anything in floodwater, near mains electricity or on a road. Ask an adult before you talk to people you don't know, and don't photograph people without asking.</a:t>
            </a:r>
            <a:endParaRPr lang="en-GB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connected project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design scored best, and would the people affected agree?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your design do when its sensor fails?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does your design collect, and does it need all of 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connected project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yourself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four parts of a connected design.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connected project</dc:title>
  <dc:subject>PptxGenJS Presentation</dc:subject>
  <dc:creator>Darsi</dc:creator>
  <cp:lastModifiedBy>Darsi</cp:lastModifiedBy>
  <cp:revision>1</cp:revision>
  <dcterms:created xsi:type="dcterms:W3CDTF">2026-10-28T14:44:24Z</dcterms:created>
  <dcterms:modified xsi:type="dcterms:W3CDTF">2026-10-28T14:44:24Z</dcterms:modified>
</cp:coreProperties>
</file>