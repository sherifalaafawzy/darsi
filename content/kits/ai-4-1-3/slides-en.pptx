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when pupils have AI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step of our homework aloud, in our own words.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and answer “Why did you do it that way?”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explaining shows that a written answer can’t.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thinking matters more than a finished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your steps shows what you really understand, and where you need help.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helped with your work, say how: honesty is part of the work.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thinking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Show one maths answer with no working; ask how we know the pupil understood.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(7 min): Explain one step of a problem aloud while pupils ask you “Why?”.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(16 min): Each pupil explains one homework step for two minutes, then they swap.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Three pairs tell the class what the question “Why?” revealed.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Agree when we show our thinking, and how to say if AI helped.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homework pupils have already done, in any subject. There are no marks for this activity: it is about explaining, not catching anyone. Note common gaps for your next lesson.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did explaining help you notice a mistake?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a right answer with no working not show what someone knows?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helped with homework, what is an honest way to say so?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Assessment when pupils have AI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I can explain well, and one step I need help with.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when pupils have AI</dc:title>
  <dc:subject>PptxGenJS Presentation</dc:subject>
  <dc:creator>Darsi</dc:creator>
  <cp:lastModifiedBy>Darsi</cp:lastModifiedBy>
  <cp:revision>1</cp:revision>
  <dcterms:created xsi:type="dcterms:W3CDTF">2026-10-28T12:22:00Z</dcterms:created>
  <dcterms:modified xsi:type="dcterms:W3CDTF">2026-10-28T12:22:00Z</dcterms:modified>
</cp:coreProperties>
</file>