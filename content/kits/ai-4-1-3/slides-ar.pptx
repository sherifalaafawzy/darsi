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التقييم في زمن الذكاء الاصطناعي،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التقييم في زمن الذكاء الاصطناعي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الاصطناعي، المستوى ٤، الدرس ٣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التقييم في زمن الذكاء الاصطناعي،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نشرح خطوة من واجبنا بصوت عالٍ وبكلماتنا.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نسأل ونجيب: «لماذا فعلتها بهذه الطريقة؟»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نذكر ما يُظهره الشرح ولا تُظهره الإجابة المكتوبة.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التقييم في زمن الذكاء الاصطناعي،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تذكّر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تفكيرك أهم من الإجابة النهائية.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شرح خطواتك يُظهر ما تفهمه فعلًا، وأين تحتاج إلى مساعدة.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إذا ساعدك الذكاء الاصطناعي في عملك، فاذكر كيف: الأمانة جزء من العمل.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التقييم في زمن الذكاء الاصطناعي،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أرِني تفكيرك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(٥ دقائق): اعرض إجابة رياضيات دون خطوات الحل، واسأل: كيف نعرف أن الطالب فهم؟</a:t>
            </a:r>
            <a:endParaRPr lang="ar-SA" sz="19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النمذجة (٧ دقائق): اشرح خطوة من مسألة بصوت عالٍ، بينما يسألك الطلاب: «لماذا؟»</a:t>
            </a:r>
            <a:endParaRPr lang="ar-SA" sz="19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الأزواج (١٦ دقيقة): يشرح كل طالب خطوة من واجبه لمدة دقيقتين، ثم يتبادلان الأدوار.</a:t>
            </a:r>
            <a:endParaRPr lang="ar-SA" sz="19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المشاركة (٧ دقائق): تخبر ثلاثة أزواج الصفَّ بما كشفه سؤال «لماذا؟».</a:t>
            </a:r>
            <a:endParaRPr lang="ar-SA" sz="19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الختام (٥ دقائق): اتفقوا متى نُظهر تفكيرنا، وكيف نذكر إن ساعدنا الذكاء الاصطناعي.</a:t>
            </a:r>
            <a:endParaRPr lang="ar-SA" sz="19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استخدم واجبًا أنجزه الطلاب، في أي مادة. ولا درجات على هذا النشاط: فهو للشرح، لا لضبط أحد. ودوّن الثغرات المشتركة لدرسك القادم.</a:t>
            </a:r>
            <a:endParaRPr lang="ar-SA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التقييم في زمن الذكاء الاصطناعي،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متى ساعدك الشرح على أن تلاحظ خطأً؟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قد لا تُظهر الإجابة الصحيحة دون خطوات ما يعرفه صاحبها؟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إذا ساعد الذكاء الاصطناعي في واجب، فما الطريقة الأمينة لذكر ذلك؟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التقييم في زمن الذكاء الاصطناعي،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خطوة أستطيع شرحها جيدًا، وخطوة أحتاج فيها إلى مساعدة.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التقييم في زمن الذكاء الاصطناعي</dc:title>
  <dc:subject>PptxGenJS Presentation</dc:subject>
  <dc:creator>Darsi</dc:creator>
  <cp:lastModifiedBy>Darsi</cp:lastModifiedBy>
  <cp:revision>1</cp:revision>
  <dcterms:created xsi:type="dcterms:W3CDTF">2026-10-28T12:22:00Z</dcterms:created>
  <dcterms:modified xsi:type="dcterms:W3CDTF">2026-10-28T12:22:00Z</dcterms:modified>
</cp:coreProperties>
</file>