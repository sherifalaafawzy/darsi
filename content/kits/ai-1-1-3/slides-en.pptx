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Good data, fair AI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data, fair AI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1 · Lesson 3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Good data, fair AI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that a machine that learns from examples can make more mistakes when some examples are missing.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who or what is missing from a set of examples.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a fair way to fill a data gap, such as adding examples from the people left out.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Good data, fair AI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5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only as good as its examples. When some people are missing or rare, it often makes more mistakes for them.</a:t>
            </a:r>
            <a:endParaRPr lang="en-GB" sz="25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5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called bias. It often comes from data gaps, not from anyone meaning harm — and it happens in real tools.</a:t>
            </a:r>
            <a:endParaRPr lang="en-GB" sz="25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5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gaps: collect examples from the people who will use the tool, test with different groups, let people report mistakes, keep humans checking.</a:t>
            </a:r>
            <a:endParaRPr lang="en-GB" sz="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Good data, fair AI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Whose examples?: Test 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Ask: has a phone or app ever got someone’s name or words wrong?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examples (8 min): Each pupil draws one fruit on scrap paper and names it.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it (10 min): The class is the recogniser and may only answer with a fruit in the box.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talk (10 min): Pairs discuss: what was missing, and how could we fix it?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(7 min): Add drawings of the missing fruit and test again.</a:t>
            </a:r>
            <a:endParaRPr lang="en-GB" sz="19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5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 big box on the board labelled “Our examples”. Bring two or three local fruits pupils may not think to draw, such as guava, dates, prickly pear, jackfruit or a baobab pod.</a:t>
            </a:r>
            <a:endParaRPr lang="en-GB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Good data, fair AI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drawing on the board is closest to the new fruit?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that the right answer?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how could we make our examples fairer?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Good data, fair AI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missing from our examples, and one way to fix it.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 data, fair AI</dc:title>
  <dc:subject>PptxGenJS Presentation</dc:subject>
  <dc:creator>Darsi</dc:creator>
  <cp:lastModifiedBy>Darsi</cp:lastModifiedBy>
  <cp:revision>1</cp:revision>
  <dcterms:created xsi:type="dcterms:W3CDTF">2026-10-27T22:35:01Z</dcterms:created>
  <dcterms:modified xsi:type="dcterms:W3CDTF">2026-10-27T22:35:01Z</dcterms:modified>
</cp:coreProperties>
</file>