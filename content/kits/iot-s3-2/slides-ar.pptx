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متى يجب أن يعمل؟،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متى يجب أن يعمل؟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إنترنت الأشياء، المستوى ٣، الدرس ٢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متى يجب أن يعمل؟،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هذا الدرس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تختار عتبة القاعدة من قراءات حقيقية.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تشرح الإنذار الكاذب والحالة الفائتة، وتقرّر أيّهما أغلى.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تستعمل عتبتين كي لا يظل الجهاز يعمل ويتوقف.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متى يجب أن يعمل؟،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اختيار الرقم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اختر من قراءات حقيقية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إنذار كاذب أم حالة فائتة: أيّهما أغلى؟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كثرة الإنذارات الكاذبة: لا أحد يصغي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عتبتان توقفان التقطّع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متى يجب أن يعمل؟،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اكتشف العتبتين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اختر جهازًا يعمل ويتوقف وحده: ثلاجة أو سخان.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ارسم جدولًا: وقت التشغيل، ووقت الإيقاف.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استمع لمدة ساعة واملأ الجدول.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احسب كم يعمل وكم يرتاح.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قرّر: عتبة واحدة أم عتبتان؟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تفتح أي جهاز، ولا تلمس الأسلاك أو الأجزاء الساخنة، ولا تفصل أي شيء: استمع وراقب فقط. واستأذن قبل أن تدخل غرفة غيرك.</a:t>
            </a:r>
            <a:endParaRPr lang="ar-SA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متى يجب أن يعمل؟،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إنذار في حياتك يشبه الراعي الكذّاب، وأيّ رقم ستغيّر فيه؟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متى تكون الحالة الفائتة أسوأ من الإنذار الكاذب؟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تعمل الثلاجة دقائق لا ثوانيَ؟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متى يجب أن يعمل؟،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تحقّق من نفسك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اذكر إنذارًا تكون فيه الحالة الفائتة أغلى، وآخر يكون فيه الإنذار الكاذب أغلى.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متى يجب أن يعمل؟</dc:title>
  <dc:subject>PptxGenJS Presentation</dc:subject>
  <dc:creator>Darsi</dc:creator>
  <cp:lastModifiedBy>Darsi</cp:lastModifiedBy>
  <cp:revision>1</cp:revision>
  <dcterms:created xsi:type="dcterms:W3CDTF">2026-10-28T14:44:18Z</dcterms:created>
  <dcterms:modified xsi:type="dcterms:W3CDTF">2026-10-28T14:44:18Z</dcterms:modified>
</cp:coreProperties>
</file>