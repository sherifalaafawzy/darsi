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should it switch?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should it switch?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3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should it switch?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threshold for a rule from real readings.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false alarms and misses, and decide which costs more.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two thresholds so a device doesn't flick on and off.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should it switch?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number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from real readings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 or miss: which costs more?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false alarms: nobody listens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thresholds stop the flicker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should it switch?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two thresholds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device that switches itself: a fridge or a heater.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table: time on, time off.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for an hour and fill in the table.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out how long it runs and how long it rests.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one threshold, or two?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open any device, touch wiring or hot parts, or unplug anything: just listen and watch. Ask before you go into someone else's room.</a:t>
            </a:r>
            <a:endParaRPr lang="en-GB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should it switch?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alarm in your life cries wolf, and what number would you change?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a miss worse than a false alarm?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 fridge run for minutes, not seconds?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should it switch?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one alarm where a miss costs more, and one where a false alarm costs more.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should it switch?</dc:title>
  <dc:subject>PptxGenJS Presentation</dc:subject>
  <dc:creator>Darsi</dc:creator>
  <cp:lastModifiedBy>Darsi</cp:lastModifiedBy>
  <cp:revision>1</cp:revision>
  <dcterms:created xsi:type="dcterms:W3CDTF">2026-10-28T14:44:17Z</dcterms:created>
  <dcterms:modified xsi:type="dcterms:W3CDTF">2026-10-28T14:44:17Z</dcterms:modified>
</cp:coreProperties>
</file>