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كيف تتحدّث الأشياء،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CCF2EC"/>
          </a:solidFill>
          <a:ln w="12700">
            <a:solidFill>
              <a:srgbClr val="CCF2EC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كيف تتحدّث الأشياء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065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إنترنت الأشياء، المستوى ٤، الدرس ١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كيف تتحدّث الأشياء،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هذا الدرس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ستقارن بين البلوتوث والواي فاي وشبكات الهاتف المحمول وLoRa من حيث المدى والطاقة والبيانات.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ستتتبّع قراءة مستشعر من الجهاز إلى التطبيق، وتعرف من يتعامل معها في الطريق.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ستختار شبكة لجهاز بحسب ما يحتاج إليه.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كيف تتحدّث الأشياء،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المدى والطاقة والبيانات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وسيلة إرسال توازن بين المدى والطاقة والبيانات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قصيرة المدى: البلوتوث والواي فاي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بعيدة المدى: شبكة الهاتف المحمول وLoRa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أيدٍ كثيرة في الطريق: شفّر البيانات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كيف تتحدّث الأشياء،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البحث عن وسائل الإرسال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416052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اكتب ثمانية أشياء متصلة في البيت أو المدرسة.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خمّن كيف يتصل كلّ منها.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تحقّق من الإعدادات أو الملصقات أو أدلة الاستخدام.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دوّن البيانات التي يرسلها كلّ منها.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ضع دائرة حول الجهاز الذي ستحميه أولًا.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انظر إلى الأجهزة فقط: لا تفتحها ولا تفصلها ولا تغيّر إعداداتها دون إذن. ولا تكتب كلمات مرور أو عناوين في جدولك أو صورك.</a:t>
            </a:r>
            <a:endParaRPr lang="ar-SA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كيف تتحدّث الأشياء،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لنتناقش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أيّ جهاز فاجأك، ولماذا؟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قد تختار مزرعة LoRa بدل الواي فاي؟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يتعامل مع بياناتك في الطريق، وبأيّهم تثق؟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كيف تتحدّث الأشياء،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تحقّق من نفسك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اختر شبكة لمقياس مطر على بعد ٣ كيلومترات، وقل لماذا.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كيف تتحدّث الأشياء</dc:title>
  <dc:subject>PptxGenJS Presentation</dc:subject>
  <dc:creator>Darsi</dc:creator>
  <cp:lastModifiedBy>Darsi</cp:lastModifiedBy>
  <cp:revision>1</cp:revision>
  <dcterms:created xsi:type="dcterms:W3CDTF">2026-10-28T14:44:22Z</dcterms:created>
  <dcterms:modified xsi:type="dcterms:W3CDTF">2026-10-28T14:44:22Z</dcterms:modified>
</cp:coreProperties>
</file>