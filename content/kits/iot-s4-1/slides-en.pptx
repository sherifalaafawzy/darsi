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things talk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things talk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things talk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Bluetooth, Wi-Fi, mobile networks and LoRa by range, power and data.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sensor reading from the device to an app, and say who handles it on the way.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network for a device from what it needs.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things talk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Range, power and data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radio trades range, power and data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Short: Bluetooth and Wi-Fi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Far: mobile networks and LoRa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hands on the way: encrypt it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things talk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hunt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eight connected things at home or school.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how each one talks.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settings, labels or manuals.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what data each one sends.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the one you'd protect first.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look at devices: don't open them, unplug them or change their settings without permission. Leave passwords and addresses out of your table and your photos.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things talk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device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would a farm choose LoRa rather than Wi-Fi?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handles your data on the way, and which of them do you trust?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things talk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network for a rain gauge 3 km away, and say why.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things talk</dc:title>
  <dc:subject>PptxGenJS Presentation</dc:subject>
  <dc:creator>Darsi</dc:creator>
  <cp:lastModifiedBy>Darsi</cp:lastModifiedBy>
  <cp:revision>1</cp:revision>
  <dcterms:created xsi:type="dcterms:W3CDTF">2026-10-28T14:44:21Z</dcterms:created>
  <dcterms:modified xsi:type="dcterms:W3CDTF">2026-10-28T14:44:21Z</dcterms:modified>
</cp:coreProperties>
</file>