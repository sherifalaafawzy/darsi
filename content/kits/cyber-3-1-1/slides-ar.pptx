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بيانات الطلاب: اجمع أقل، واحمِ أكثر،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بيانات الطلاب: اجمع أقل، واحمِ أكثر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الأمن السيبراني، المستوى ٣، الدرس ١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بيانات الطلاب: اجمع أقل، واحمِ أكثر،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سنتعلّم اليوم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نميّز البيانات الشخصية العادية من البيانات الحساسة.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نطبّق الأفكار الكبرى لحماية البيانات: نجمع أقل ونحفظ في أمان.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نكتشف نقاط الضعف في طريقة مشاركة بيانات المدرسة ونعالجها.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بيانات الطلاب: اجمع أقل، واحمِ أكثر،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اجمع أقل، واحمِ أكثر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تحتاج إليه فقط، ولسبب واضح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دقيقة، ومحفوظة في أمان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تُحفظ إلى الأبد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حق أصحابها الاطلاع عليها وتصحيحها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بيانات الطلاب: اجمع أقل، واحمِ أكثر،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اجمع أقل: استمارة الرحلة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التمهيد (٥ دقائق): قصة قائمة النتائج.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الشرح (٨ دقائق): البيانات الشخصية والحساسة.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استمارة الرحلة (١٥ دقيقة): تشطب المجموعات ما لا تحتاج إليه.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المشاركة (٧ دقائق): تدافع كل مجموعة عن اختيار واحد.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الختام (٥ دقائق): بطاقة الخروج.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انسخ استمارة الرحلة ذات الأسئلة العشرة على السبورة قبل الدرس: الاسم، والصف، وهاتف أحد الوالدين، والحساسية، والدين، ومهنة الأب، ودخل الأسرة، والطعام المفضّل، وعنوان المنزل، وصورة. استخدم مدرسة وهمية ولا تذكر طلاب حقيقيين.</a:t>
            </a:r>
            <a:endParaRPr lang="ar-SA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بيانات الطلاب: اجمع أقل، واحمِ أكثر،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هل تحب أن تُعرض درجتك على كل الأسر؟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سؤال في الاستمارة فاجأك أكثر؟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يجب أن يحتفظ باستمارات الرحلة، وإلى متى؟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بيانات الطلاب: اجمع أقل، واحمِ أكثر،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معلومة حساسة واحدة + كيف أحميها.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بيانات الطلاب: اجمع أقل، واحمِ أكثر</dc:title>
  <dc:subject>PptxGenJS Presentation</dc:subject>
  <dc:creator>Darsi</dc:creator>
  <cp:lastModifiedBy>Darsi</cp:lastModifiedBy>
  <cp:revision>1</cp:revision>
  <dcterms:created xsi:type="dcterms:W3CDTF">2026-10-28T08:20:59Z</dcterms:created>
  <dcterms:modified xsi:type="dcterms:W3CDTF">2026-10-28T08:20:59Z</dcterms:modified>
</cp:coreProperties>
</file>