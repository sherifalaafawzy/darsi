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Pupils’ data: collect less, protect more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Pupils’ data: collect less, protect more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Pupils’ data: collect less, protect more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everyday personal data from sensitive data.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big ideas of data protection: collect less, keep it safe.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and fix the weak points in how school data is shared.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Pupils’ data: collect less, protect more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less, protect more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you need, for a clear reason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Accurate, and kept safe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kept for ever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can see and correct it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Pupils’ data: collect less, protect more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less: the trip form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The results-list story.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Personal and sensitive data.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form (15 min): Groups cross out what isn’t needed.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Each group defends one choice.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Exit ticket.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ten-question trip form on the board before the lesson: name, class, a parent’s phone, allergies, religion, father’s job, family income, favourite food, home address, photo. Use a pretend school and no real pupils.</a:t>
            </a:r>
            <a:endParaRPr lang="en-GB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Pupils’ data: collect less, protect more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want your mark shown to every family?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on the form surprised you most?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keep the trip forms, and for how long?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Pupils’ data: collect less, protect more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piece of sensitive data + how I would protect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Pupils’ data: collect less, protect more</dc:title>
  <dc:subject>PptxGenJS Presentation</dc:subject>
  <dc:creator>Darsi</dc:creator>
  <cp:lastModifiedBy>Darsi</cp:lastModifiedBy>
  <cp:revision>1</cp:revision>
  <dcterms:created xsi:type="dcterms:W3CDTF">2026-10-28T08:20:58Z</dcterms:created>
  <dcterms:modified xsi:type="dcterms:W3CDTF">2026-10-28T08:20:58Z</dcterms:modified>
</cp:coreProperties>
</file>