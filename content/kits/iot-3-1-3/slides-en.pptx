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Power: batteries and the sun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Power: batteries and the sun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3 · Lesson 3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Power: batteries and the sun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battery life from capacity and average current.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sleeping and sending less often make a sensor last longer.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a small solar panel and battery for a sensor that runs all year.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Power: batteries and the sun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for sensors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= capacity (mAh) ÷ average current (mA)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with 70 % of the label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costs most: send less often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Solar: battery for cloudy days, panel 3 × daily use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Power: batteries and the sun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Battery-life sums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The garden sensor that died in the holiday.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(10 min): Capacity ÷ average current, with the 70 % rule.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Sums (12 min): Groups work out their sensor card's battery life.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(8 min): Change one thing to last a whole term.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(5 min): Size a battery and panel for cloudy days.</a:t>
            </a:r>
            <a:endParaRPr lang="en-GB" sz="22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2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one sensor card per group and work the answers beforehand; a coin cell with Wi-Fi or LoRa makes a good trap card. Use batteries only, never mains. Never cut, crush or puncture lithium batteries; an adult can open an old solar garden light with a screwdriver to show the panel, battery and LED.</a:t>
            </a:r>
            <a:endParaRPr lang="en-GB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Power: batteries and the sun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school sensor needs fresh data every minute, and which could report once an hour?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at school would a solar panel get full sun all year?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will clean the panel and check the battery each term?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Power: batteries and the sun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sensor averages 2 mA on 2,500 mAh of batteries. Planning with 70 %, about how many days will it last?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Power: batteries and the sun</dc:title>
  <dc:subject>PptxGenJS Presentation</dc:subject>
  <dc:creator>Darsi</dc:creator>
  <cp:lastModifiedBy>Darsi</cp:lastModifiedBy>
  <cp:revision>1</cp:revision>
  <dcterms:created xsi:type="dcterms:W3CDTF">2026-10-28T12:56:17Z</dcterms:created>
  <dcterms:modified xsi:type="dcterms:W3CDTF">2026-10-28T12:56:17Z</dcterms:modified>
</cp:coreProperties>
</file>