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تتعلّم الآلات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نرتّب خطوات تعلّم الآلة الخمس.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نوضّح لماذا يُختبر النموذج على أمثلة لم يرها من قبل.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نوضّح لماذا تفيد الأمثلة الأكثر عددًا وتنوّعًا.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اجمع الأمثلة، وصنّفها، ودرّب، واختبر، ثم استخدم النموذج.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على أمثلة وُضعت جانبًا: فالدرجة الكاملة على أمثلة التدريب قد لا تعني إلا الحفظ.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النموذج لا يعرف إلا أنواع الأمثلة التي رآها، لذلك يهمّ التنوّع.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كن أنت الآلة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الاختيار (٣ دقائق): اختر نمطًا سريًا واحتفظ به لنفسك.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(٦ دقائق): ارسم ٨ أشكال تتبعه و٨ لا تتبعه.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 (٦ دقائق): ارسم ٦ أشكال جديدة، ويتوقّع شريكك كل واحد منها.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(٤ دقائق): احسب الإجابات الصحيحة، ثم اكشف النمط.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التبادل والنقاش (٦ دقائق): تبادلا الأدوار، ثم سمّيا الخطوات الخمس التي اتّبعتماها.</a:t>
            </a:r>
            <a:endParaRPr lang="ar-SA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تحتاجان إلى ورقة وقلم لكل زوج. خطّطا للنمط السري ولأشكال الاختبار الستة قبل البدء، وتأكّدا أن شكلًا واحدًا على الأقل من أشكال الاختبار يختلف عن كل أشكال التدريب.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ستعلّم آلةً أن تفرزه، وما التصنيفات التي ستستخدمها؟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يُعدّ حفظ امتحان العام الماضي طريقة خطرة للمراجعة؟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رسائل مَن أو أصوات مَن أو صور مَن قد تنقص من أمثلة جُمعت في مدرستك وحدها؟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الخطوات الخمس بالترتيب، وسببًا واحدًا للاختبار على أمثلة جديدة.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تتعلّم الآلات</dc:title>
  <dc:subject>PptxGenJS Presentation</dc:subject>
  <dc:creator>Darsi</dc:creator>
  <cp:lastModifiedBy>Darsi</cp:lastModifiedBy>
  <cp:revision>1</cp:revision>
  <dcterms:created xsi:type="dcterms:W3CDTF">2026-10-28T14:43:27Z</dcterms:created>
  <dcterms:modified xsi:type="dcterms:W3CDTF">2026-10-28T14:43:27Z</dcterms:modified>
</cp:coreProperties>
</file>