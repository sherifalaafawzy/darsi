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five steps of machine learning in order.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model is tested on examples it has never seen.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more, and more varied, examples help.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examples, label them, train, test, then use the model.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examples kept aside: a perfect score on training examples can just mean memorising.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only knows the kinds of examples it saw, so variety matters.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machine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(3 min): Pick a secret pattern and keep it to yourself.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(6 min): Draw 8 shapes that follow it and 8 that don’t.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(6 min): Draw 6 new shapes; your partner predicts each one.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(4 min): Count the right answers, then reveal the pattern.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and talk (6 min): Swap roles, then name the five steps you used.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paper and a pen for each pair. Plan the secret pattern and the 6 test shapes before you start, and make sure at least one test shape looks different from all the training shapes.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teach a machine to sort, and what labels would you use?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memorising last year’s exam paper a risky way to revise?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messages, voices or photos might be missing from examples collected only at your school?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machines learn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five steps in order, and one reason to test on new examples.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machines learn</dc:title>
  <dc:subject>PptxGenJS Presentation</dc:subject>
  <dc:creator>Darsi</dc:creator>
  <cp:lastModifiedBy>Darsi</cp:lastModifiedBy>
  <cp:revision>1</cp:revision>
  <dcterms:created xsi:type="dcterms:W3CDTF">2026-10-28T14:43:26Z</dcterms:created>
  <dcterms:modified xsi:type="dcterms:W3CDTF">2026-10-28T14:43:26Z</dcterms:modified>
</cp:coreProperties>
</file>