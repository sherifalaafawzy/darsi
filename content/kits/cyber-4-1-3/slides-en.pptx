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Incident drills: practise before it happens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drills: practise before it happens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4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Incident drills: practise before it happens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30-minute tabletop drill with colleagues.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each person a role and practise it.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what the drill reveals into changes.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Incident drills: practise before it happens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drill in five parts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story in three updates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roles: lead, communications, technical, records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voice to parents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boring things: recovery email, backup, paper contacts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lessons, three changes, no blame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Incident drills: practise before it happens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Tabletop drill: the page taken over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Set-up (3 min): Hand out the four role cards; we test the plan, not people.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1 (7 min): “7 am: the school page is selling cheap laptops.”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2 (7 min): “8 am: parents paid a ‘fee discount’; nobody has the password.”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3 (6 min): “10 am: a journalist calls, and the internet is down.”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 (7 min): Three lessons, each with a change, an owner and a date.</a:t>
            </a:r>
            <a:endParaRPr lang="en-GB" sz="20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four role cards, the three updates on separate sheets, and a sheet for the record keeper. Ask the head teacher to open the drill and say that nobody is being tested.</a:t>
            </a:r>
            <a:endParaRPr lang="en-GB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Incident drills: practise before it happens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the recovery email for our page, and who can reach it?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internet were down, where would we find the key phone numbers?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parents hear from us in the first hour?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Incident drills: practise before it happens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weak step the drill found, and the change I will make.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 drills: practise before it happens</dc:title>
  <dc:subject>PptxGenJS Presentation</dc:subject>
  <dc:creator>Darsi</dc:creator>
  <cp:lastModifiedBy>Darsi</cp:lastModifiedBy>
  <cp:revision>1</cp:revision>
  <dcterms:created xsi:type="dcterms:W3CDTF">2026-10-28T09:29:42Z</dcterms:created>
  <dcterms:modified xsi:type="dcterms:W3CDTF">2026-10-28T09:29:42Z</dcterms:modified>
</cp:coreProperties>
</file>