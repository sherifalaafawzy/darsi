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تدريبات الحوادث: تدرّبوا قبل أن تقع،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تدريبات الحوادث: تدرّبوا قبل أن تقع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٤،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تدريبات الحوادث: تدرّبوا قبل أن تقع،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ننفّذ مع الزملاء تمرين محاكاة على الطاولة مدته ٣٠ دقيقة.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نعطي كل شخص دورًا ونتدرّب عليه.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نحوّل ما يكشفه التدريب إلى تغييرات.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تدريبات الحوادث: تدرّبوا قبل أن تقع،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في خمسة أجزاء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قصة واقعية في ثلاثة تحديثات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 أدوار: القائد، والتواصل، والدعم الفني، والتسجيل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صوت واحد أمام أولياء الأمور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الأمور المملة: بريد الاسترداد، والنسخة الاحتياطية، والأرقام الورقية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دروس، وثلاثة تغييرات، دون لوم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تدريبات الحوادث: تدرّبوا قبل أن تقع،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على الطاولة: الصفحة المسروقة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التهيئة (٣ دقائق): وزّع بطاقات الأدوار الأربعة؛ نحن نختبر الخطة لا الأشخاص.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التحديث ١ (٧ دقائق): «السابعة صباحًا: صفحة المدرسة تبيع حواسيب محمولة رخيصة.»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التحديث ٢ (٧ دقائق): «الثامنة: أولياء أمور دفعوا رسومًا بخصم مزعوم، ولا أحد يعرف كلمة المرور.»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التحديث ٣ (٦ دقائق): «العاشرة: يتصل صحفي، والإنترنت مقطوع.»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المراجعة (٧ دقائق): ثلاثة دروس، لكلٍّ منها تغيير ومسؤول وموعد.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جهّز أربع بطاقات للأدوار، والتحديثات الثلاثة على أوراق منفصلة، وورقة لمسجّل الأحداث. واطلب من مدير المدرسة أن يفتتح التدريب ويؤكّد أن أحدًا لا يُختبر.</a:t>
            </a:r>
            <a:endParaRPr lang="ar-SA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تدريبات الحوادث: تدرّبوا قبل أن تقع،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بريد الاسترداد الخاص بصفحتنا، ومن يستطيع الوصول إليه؟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انقطع الإنترنت، فأين نجد الأرقام المهمة؟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ينبغي أن يسمع أولياء الأمور منّا في الساعة الأولى؟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تدريبات الحوادث: تدرّبوا قبل أن تقع،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خطوة ضعيفة كشفها التدريب، والتغيير الذي سأقوم به.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تدريبات الحوادث: تدرّبوا قبل أن تقع</dc:title>
  <dc:subject>PptxGenJS Presentation</dc:subject>
  <dc:creator>Darsi</dc:creator>
  <cp:lastModifiedBy>Darsi</cp:lastModifiedBy>
  <cp:revision>1</cp:revision>
  <dcterms:created xsi:type="dcterms:W3CDTF">2026-10-28T09:29:43Z</dcterms:created>
  <dcterms:modified xsi:type="dcterms:W3CDTF">2026-10-28T09:29:43Z</dcterms:modified>
</cp:coreProperties>
</file>