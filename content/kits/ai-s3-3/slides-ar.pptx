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اختبره بأمانة،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FF0C4"/>
          </a:solidFill>
          <a:ln w="12700">
            <a:solidFill>
              <a:srgbClr val="FFF0C4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اختبره بأمانة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7A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الاصطناعي، المستوى ٣، الدرس ٣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اختبره بأمانة،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سنتعلّم اليوم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نُبقي بيانات الاختبار منفصلة عن بيانات التدريب، ونعدّ الإجابات الصحيحة والخاطئة.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نشرح الإفراط في المطابقة: ممتاز في أمثلة التدريب، وضعيف في الأمثلة الجديدة.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نميّز الإيجابي الكاذب من السلبي الكاذب، ونقول أيّهما أهم في نموذجنا.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اختبره بأمانة،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تذكّر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ضع جانبًا مثالًا من كل خمسة تقريبًا: فالأمثلة التي لم يرها النموذج وحدها تعطي درجة صادقة.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الفجوة الكبيرة بين درجتي التدريب والاختبار تعني الإفراط في المطابقة. وتساعد بيانات أكثر تنوّعًا، أو نموذج أبسط.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الإيجابي الكاذب إنذار كاذب، والسلبي الكاذب حالة فائتة. فقرّر أيّهما أغلى ثمنًا.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اختبره بأمانة،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الحافظ والفاهم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416052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ar-SA" altLang="en-US" sz="23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التحضير (٣ دقائق): اكتب عشر مسائل بالعلامة ★ وفق قاعدة سرّية.</a:t>
            </a:r>
            <a:endParaRPr lang="ar-SA" sz="2300" dirty="0"/>
          </a:p>
          <a:p>
            <a:pPr rtl="1" algn="r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ar-SA" altLang="en-US" sz="23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التدريب (٥ دقائق): أحدهما يحفظ، والآخر يُخبَر بالقاعدة.</a:t>
            </a:r>
            <a:endParaRPr lang="ar-SA" sz="2300" dirty="0"/>
          </a:p>
          <a:p>
            <a:pPr rtl="1" algn="r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ar-SA" altLang="en-US" sz="23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الاختبار (٥ دقائق): المسائل الخمس نفسها، ثم خمس جديدة.</a:t>
            </a:r>
            <a:endParaRPr lang="ar-SA" sz="2300" dirty="0"/>
          </a:p>
          <a:p>
            <a:pPr rtl="1" algn="r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ar-SA" altLang="en-US" sz="23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الدرجات (٤ دقائق): درجة تدريب ودرجة اختبار لكلٍّ منهما.</a:t>
            </a:r>
            <a:endParaRPr lang="ar-SA" sz="2300" dirty="0"/>
          </a:p>
          <a:p>
            <a:pPr rtl="1" algn="r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ar-SA" altLang="en-US" sz="23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الشرح (٦ دقائق): مَن أفرط في المطابقة، ولماذا؟</a:t>
            </a:r>
            <a:endParaRPr lang="ar-SA" sz="23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يصلح لثلاثة أشخاص (لاعبان ومقدّم للأسئلة) أو في البيت مع الأسرة. وأبقِ المسائل المخفية بعيدة عن الأنظار حتى الاختبار.</a:t>
            </a:r>
            <a:endParaRPr lang="ar-SA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اختبره بأمانة،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لنتناقش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لا تُعدّ الدرجة على أمثلة التدريب اختبارًا صادقًا؟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نموذجك ممتاز في صور التدريب وضعيف في الصور الجديدة. ماذا ستجرّب؟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نموذج يكتشف الدخان في الصور لينذر بالحريق، أيّ الخطأين أسوأ؟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اختبره بأمانة،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قبل أن تغادر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مثال من عندي على إنذار كاذب وحالة فائتة، وأيّهما أغلى ثمنًا.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اختبره بأمانة</dc:title>
  <dc:subject>PptxGenJS Presentation</dc:subject>
  <dc:creator>Darsi</dc:creator>
  <cp:lastModifiedBy>Darsi</cp:lastModifiedBy>
  <cp:revision>1</cp:revision>
  <dcterms:created xsi:type="dcterms:W3CDTF">2026-10-28T14:43:38Z</dcterms:created>
  <dcterms:modified xsi:type="dcterms:W3CDTF">2026-10-28T14:43:38Z</dcterms:modified>
</cp:coreProperties>
</file>