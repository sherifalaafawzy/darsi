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honestly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test data apart from training data, and count right and wrong answers.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overfitting: perfect on training examples, poor on new ones.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false positive from a false negative, and say which matters more for your model.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about one example in five aside: only examples the model never saw give an honest score.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gap between training and test scores means overfitting. More varied data, or a simpler model, helps.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false positive is a false alarm; a false negative is a miss. Decide which costs more.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Memoriser and learner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(3 min): write ten ★ sums with a secret rule.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(5 min): one memorises, one is told the rule.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(5 min): the same five sums, then five new ones.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(4 min): a training and a test score for each.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(6 min): who overfitted, and why?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three people (two players and a quizmaster) or at home with family. Keep the hidden sums out of sight until the test.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score on training examples not an honest test?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is perfect on training photos and poor on new ones. What would you try?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model that spots smoke in photos to warn of fire, which mistake is worse?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it honestly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own example of a false alarm and a miss, and which one costs more.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it honestly</dc:title>
  <dc:subject>PptxGenJS Presentation</dc:subject>
  <dc:creator>Darsi</dc:creator>
  <cp:lastModifiedBy>Darsi</cp:lastModifiedBy>
  <cp:revision>1</cp:revision>
  <dcterms:created xsi:type="dcterms:W3CDTF">2026-10-28T14:43:38Z</dcterms:created>
  <dcterms:modified xsi:type="dcterms:W3CDTF">2026-10-28T14:43:38Z</dcterms:modified>
</cp:coreProperties>
</file>