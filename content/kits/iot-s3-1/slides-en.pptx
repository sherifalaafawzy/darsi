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IF this, THEN that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this, THEN that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3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IF this, THEN that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rule as IF a condition THEN an action.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conditions with AND and OR to make better rules.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rules through a day and fix the ones that go wrong.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IF this, THEN that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that decide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condition, THEN an action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condition needs a number and a unit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needs both; OR needs either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every rule through a day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IF this, THEN that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for a day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device: a fan, a light, a pump or a tap.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three IF/THEN rules with numbers and units.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AND or OR in at least one rule.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day from 6:00 to 22:00 and test each rule.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what goes wrong, then fix the rule.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is enough for this activity. Watch real devices only from a safe distance: never open a fan, a pump or a socket, and never touch mains wiring.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IF this, THEN that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rule around you is too simple, and what would you add to it?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OR safer than AND, and when is AND safer than OR?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a device do when its sensor breaks?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IF this, THEN that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rule that uses AND, and say when it switches on.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 this, THEN that</dc:title>
  <dc:subject>PptxGenJS Presentation</dc:subject>
  <dc:creator>Darsi</dc:creator>
  <cp:lastModifiedBy>Darsi</cp:lastModifiedBy>
  <cp:revision>1</cp:revision>
  <dcterms:created xsi:type="dcterms:W3CDTF">2026-10-28T14:44:16Z</dcterms:created>
  <dcterms:modified xsi:type="dcterms:W3CDTF">2026-10-28T14:44:16Z</dcterms:modified>
</cp:coreProperties>
</file>