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إذا حدث هذا، فافعل ذاك،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حدث هذا، فافعل ذاك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إذا حدث هذا، فافعل ذاك،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تكتب القاعدة على صورة: «إذا» تحقّق شرط، «فإن» فعلًا يُنفَّذ.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تجمع الشروط بـ«و» و«أو» لتصنع قواعد أفضل.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تختبر القواعد على مدار يوم كامل، وتصلح التي تخطئ.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إذا حدث هذا، فافعل ذاك،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تقرّر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«إذا» شرط، «فإن» فعل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الشرط يحتاج إلى رقم ووحدة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«و» تتطلّب الشرطين، و«أو» يكفيها أحدهما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كل قاعدة على مدار يوم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إذا حدث هذا، فافعل ذاك،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ليوم كامل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جهازًا: مروحة، أو مصباحًا، أو مضخة، أو صنبورًا.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ثلاث قواعد «إذا/فإن» بأرقام ووحدات.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استعمل «و» أو «أو» في قاعدة واحدة على الأقل.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اليوم من ٦:٠٠ إلى ٢٢:٠٠ واختبر كل قاعدة.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علّم ما يخطئ، ثم أصلح القاعدة.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الورق يكفي لهذا النشاط. وراقب الأجهزة الحقيقية من مسافة آمنة فقط: لا تفتح مروحة أو مضخة أو مقبسًا، ولا تلمس أسلاك كهرباء المنزل أبدًا.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إذا حدث هذا، فافعل ذاك،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قاعدة من حولك بسيطة أكثر من اللازم، وماذا تضيف إليها؟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تكون «أو» أكثر أمانًا من «و»، ومتى تكون «و» أكثر أمانًا من «أو»؟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ينبغي أن يفعل الجهاز حين يتعطّل مستشعره؟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إذا حدث هذا، فافعل ذاك،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قاعدة واحدة تستعمل «و»، وقل متى تعمل.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إذا حدث هذا، فافعل ذاك</dc:title>
  <dc:subject>PptxGenJS Presentation</dc:subject>
  <dc:creator>Darsi</dc:creator>
  <cp:lastModifiedBy>Darsi</cp:lastModifiedBy>
  <cp:revision>1</cp:revision>
  <dcterms:created xsi:type="dcterms:W3CDTF">2026-10-28T14:44:17Z</dcterms:created>
  <dcterms:modified xsi:type="dcterms:W3CDTF">2026-10-28T14:44:17Z</dcterms:modified>
</cp:coreProperties>
</file>