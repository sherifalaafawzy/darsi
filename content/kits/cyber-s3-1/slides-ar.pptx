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البرامج الخبيثة: كيف تدخل،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البرامج الخبيثة: كيف تدخل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٣، الدرس ١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البرامج الخبيثة: كيف تدخل،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تسمّي خمسة أنواع من البرامج الخبيثة وما يفعله كل منها.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الطرق التي تصل بها البرامج الخبيثة إلى الهواتف والحواسيب.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تختار الدفاع المناسب لكل باب، وتعرف ماذا تفعل إن أُصيب جهاز.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البرامج الخبيثة: كيف تدخل،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الأبواب والدفاعات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التطبيقات المعدّلة والألعاب المقرصنة: المتجر الرسمي وحده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ثغرات البرامج القديمة: التحديث التلقائي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ذاكرات USB المتداولة والمرفقات: الحماية المدمجة مفعّلة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برامج الفدية: احتفظ بنسخة احتياطية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البرامج الخبيثة: كيف تدخل،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الهاتف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(٣ دقائق): اكتب كل طريقة وصل بها تطبيق إلى هاتفك.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الأبواب (٥ دقائق): صنّف كل طريقة: رسمية أم خطرة.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الفحص (٨ دقائق): طبّق قائمة الأسطر الخمسة على هاتف.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(٤ دقائق): أخبر صديقًا بشيء واحد أصلحته.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تحذف تطبيقات من هاتف مشترك للأسرة دون أن تسأل. ولا تفتح ملفات على حاسوب تشكّ في أنه مصاب.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البرامج الخبيثة: كيف تدخل،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في الأمر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يجعل المهاجمون البرامج الخبيثة تبدو كهدية؟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تغيّر كلمات المرور من جهاز آخر؟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تكون النسخة الاحتياطية هي العلاج الحقيقي لبرامج الفدية؟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البرامج الخبيثة: كيف تدخل،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أن تغادر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طريقة واحدة تدخل منها البرامج الخبيثة + الدفاع الذي يغلقها.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البرامج الخبيثة: كيف تدخل</dc:title>
  <dc:subject>PptxGenJS Presentation</dc:subject>
  <dc:creator>Darsi</dc:creator>
  <cp:lastModifiedBy>Darsi</cp:lastModifiedBy>
  <cp:revision>1</cp:revision>
  <dcterms:created xsi:type="dcterms:W3CDTF">2026-10-28T14:43:57Z</dcterms:created>
  <dcterms:modified xsi:type="dcterms:W3CDTF">2026-10-28T14:43:57Z</dcterms:modified>
</cp:coreProperties>
</file>