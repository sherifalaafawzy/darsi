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Malware: how it gets in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Malware: how it gets in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3 · Lesson 1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Malware: how it gets in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lesson you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five kinds of malware and what each does.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ways malware gets onto phones and computers.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defence for each door, and know what to do if a device is infected.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Malware: how it gets in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Doors and defences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Modded apps, cracked games: only the official store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Holes in old software: automatic updates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USB sticks and attachments: built-in protection on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Ransomware: keep a backup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Malware: how it gets in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check-up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(3 min): List every way an app has reached your phone.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Doors (5 min): Mark each way as official or risky.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Check-up (8 min): Run the five-line check on a phone.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(4 min): Tell a friend one thing you fixed.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remove apps from a shared family phone without asking. Never open files on a computer you suspect is infected.</a:t>
            </a:r>
            <a:endParaRPr lang="en-GB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Malware: how it gets in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attackers make malware look like a gift?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change passwords from a different device?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a backup the real cure for ransomware?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Malware: how it gets in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go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way malware gets in + the defence that closes it.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Malware: how it gets in</dc:title>
  <dc:subject>PptxGenJS Presentation</dc:subject>
  <dc:creator>Darsi</dc:creator>
  <cp:lastModifiedBy>Darsi</cp:lastModifiedBy>
  <cp:revision>1</cp:revision>
  <dcterms:created xsi:type="dcterms:W3CDTF">2026-10-28T14:43:56Z</dcterms:created>
  <dcterms:modified xsi:type="dcterms:W3CDTF">2026-10-28T14:43:56Z</dcterms:modified>
</cp:coreProperties>
</file>