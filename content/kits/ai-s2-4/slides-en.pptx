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Learn, don’t copy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you only learn what you practise yourself.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honest uses of AI from copying, and follow your school’s rules.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how you used AI when you hand work in.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Trying, getting it wrong and fixing it is the learning: if AI does it for you, you skip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Explain, quiz me, check my work: learning. Do it for me: copying, even with words changed.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how you used AI in one honest line, keep your drafts, and follow your school’s rules.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or not?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Recall a time practice made something easier.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(7 min): Sort eight AI requests into learning and copying.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round (8 min): In pairs, one quizzes and one answers, then swap.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note (4 min): Write an honest one-line note for a piece of homework.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(3 min): Find your school’s rule for one task this week.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revision group or at home. Write eight request cards (four that help you learn and four that do the work for you) and five questions on a topic you’re all revising.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doesn’t changing a few words make copied work yours?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it fine to see the answer? (Think: checking your own work.)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a detector wrongly flag someone’s real work, and what protects you?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Learn, don’t copy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one-line note you would add to your next homework if you used AI.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Learn, don’t copy</dc:title>
  <dc:subject>PptxGenJS Presentation</dc:subject>
  <dc:creator>Darsi</dc:creator>
  <cp:lastModifiedBy>Darsi</cp:lastModifiedBy>
  <cp:revision>1</cp:revision>
  <dcterms:created xsi:type="dcterms:W3CDTF">2026-10-28T14:43:33Z</dcterms:created>
  <dcterms:modified xsi:type="dcterms:W3CDTF">2026-10-28T14:43:33Z</dcterms:modified>
</cp:coreProperties>
</file>