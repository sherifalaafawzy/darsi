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تعلّم ولا تنسخ،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تعلّم ولا تنسخ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٢، الدرس ٤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تعلّم ولا تنسخ،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لماذا لا نتعلّم إلا ما نتدرّب عليه بأنفسنا.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نميّز الاستخدام الأمين للذكاء الاصطناعي من النسخ، ونتّبع قواعد مدرستنا.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نذكر كيف استخدمنا الذكاء الاصطناعي عندما نسلّم عملنا.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تعلّم ولا تنسخ،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المحاولة والخطأ والتصحيح هي التعلّم نفسه: فإذا قام بها الذكاء الاصطناعي بدلًا منك، فقد تخطّيتها.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اشرح، اختبرني، راجع عملي: تعلّم. اعمله بدلًا مني: نسخ، حتى لو غيّرت الكلمات.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اذكر كيف استخدمت الذكاء الاصطناعي في سطر صادق، واحتفظ بمسوّداتك، واتّبع قواعد مدرستك.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تعلّم ولا تنسخ،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أمين أم لا؟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(٣ دقائق): تذكّر مرة جعل فيها التدريب شيئًا أسهل.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الفرز (٧ دقائق): افرز ثمانية طلبات إلى تعلّم ونسخ.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جولة المعلّم الخاص (٨ دقائق): في أزواج، يختبر واحد ويجيب الآخر، ثم تبادلا.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الملاحظة (٤ دقائق): اكتب ملاحظة صادقة من سطر واحد لواجب ما.</a:t>
            </a:r>
            <a:endParaRPr lang="ar-SA" sz="22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(٣ دقائق): اعرف قاعدة مدرستك لمهمة واحدة هذا الأسبوع.</a:t>
            </a:r>
            <a:endParaRPr lang="ar-SA" sz="22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لمجموعة مراجعة أو للبيت. اكتب ثماني بطاقات طلبات (أربع تساعد على التعلّم، وأربع تؤدّي العمل بدلًا منك)، وخمسة أسئلة عن موضوع تراجعونه جميعًا.</a:t>
            </a:r>
            <a:endParaRPr lang="ar-SA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تعلّم ولا تنسخ،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لا يجعل تغيير بضع كلمات العمل المنسوخ عملك؟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متى يكون الاطّلاع على الإجابة مقبولًا؟ (فكّر في مراجعة عملك بنفسك.)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قد تتّهم أداة كشف عملًا حقيقيًا خطأً، وما الذي يحميك؟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تعلّم ولا تنسخ،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الملاحظة التي ستضيفها في سطر واحد إلى واجبك القادم إن استخدمت الذكاء الاصطناعي.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تعلّم ولا تنسخ</dc:title>
  <dc:subject>PptxGenJS Presentation</dc:subject>
  <dc:creator>Darsi</dc:creator>
  <cp:lastModifiedBy>Darsi</cp:lastModifiedBy>
  <cp:revision>1</cp:revision>
  <dcterms:created xsi:type="dcterms:W3CDTF">2026-10-28T14:43:34Z</dcterms:created>
  <dcterms:modified xsi:type="dcterms:W3CDTF">2026-10-28T14:43:34Z</dcterms:modified>
</cp:coreProperties>
</file>