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data goes wrong: handling an incident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data goes wrong: handling an incident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3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data goes wrong: handling an incident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 a data incident.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five steps: contain, report, assess, notify, learn.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early, and help others report without fear.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data goes wrong: handling an incident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Contain: stop it spreading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it the same day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Assess, then notify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Learn, without blame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data goes wrong: handling an incident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cards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The burst pipe.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Five steps.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cards (15 min): First move, who to tell.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(7 min): Groups act it out.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Exit ticket.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lesson, write one set of incident cards per group: “Your phone is lost on the bus”, “You sent a class photo to the wrong group”, “Your game account is sending strange messages to your friends”.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data goes wrong: handling an incident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telling quickly keep the damage small?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would you tell at our school?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stop this happening again?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data goes wrong: handling an incident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incident + the first thing I would do.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data goes wrong: handling an incident</dc:title>
  <dc:subject>PptxGenJS Presentation</dc:subject>
  <dc:creator>Darsi</dc:creator>
  <cp:lastModifiedBy>Darsi</cp:lastModifiedBy>
  <cp:revision>1</cp:revision>
  <dcterms:created xsi:type="dcterms:W3CDTF">2026-10-28T08:21:01Z</dcterms:created>
  <dcterms:modified xsi:type="dcterms:W3CDTF">2026-10-28T08:21:01Z</dcterms:modified>
</cp:coreProperties>
</file>