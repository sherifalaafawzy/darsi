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حين تسوء الأمور: التعامل مع حادثة بيانات،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حين تسوء الأمور: التعامل مع حادثة بيانات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٣، الدرس ٤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حين تسوء الأمور: التعامل مع حادثة بيانات،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نتعرّف على حادثة البيانات.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نتّبع الخطوات الخمس: الاحتواء، والإبلاغ، والتقييم، والإخطار، والتعلّم.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نبلغ مبكرًا، ونساعد غيرنا على الإبلاغ دون خوف.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حين تسوء الأمور: التعامل مع حادثة بيانات،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خمس خطوات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الاحتواء: أوقف الانتشار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أبلغ في اليوم نفسه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قيّم، ثم أخطِر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تعلّم، دون لوم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حين تسوء الأمور: التعامل مع حادثة بيانات،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بطاقات الحوادث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الأنبوب المكسور.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خمس خطوات.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بطاقات الحوادث (١٥ دقيقة): الخطوة الأولى، ومن نخبر.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 (٧ دقائق): تمثّل المجموعات الموقف.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(٥ دقائق): بطاقة الخروج.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الدرس، اكتب مجموعة بطاقات حوادث لكل مجموعة: «ضاع هاتفك في الحافلة»، و«أرسلت صورة للصف إلى المجموعة الخطأ»، و«حساب ألعابك يرسل رسائل غريبة إلى أصدقائك».</a:t>
            </a:r>
            <a:endParaRPr lang="ar-SA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حين تسوء الأمور: التعامل مع حادثة بيانات،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يُبقي الإبلاغ السريع الضرر صغيرًا؟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ستخبر في مدرستنا؟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قد يمنع تكرار ذلك؟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حين تسوء الأمور: التعامل مع حادثة بيانات،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حادثة واحدة + أول ما سأفعله.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حين تسوء الأمور: التعامل مع حادثة بيانات</dc:title>
  <dc:subject>PptxGenJS Presentation</dc:subject>
  <dc:creator>Darsi</dc:creator>
  <cp:lastModifiedBy>Darsi</cp:lastModifiedBy>
  <cp:revision>1</cp:revision>
  <dcterms:created xsi:type="dcterms:W3CDTF">2026-10-28T08:21:02Z</dcterms:created>
  <dcterms:modified xsi:type="dcterms:W3CDTF">2026-10-28T08:21:02Z</dcterms:modified>
</cp:coreProperties>
</file>