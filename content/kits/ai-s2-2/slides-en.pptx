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good questions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clear request: what you want, what you know, your level and the form of the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hint, steps or a quiz instead of the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personal details out of what you type.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only knows what you type: a vague request gets a vague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Hints, steps and quizzes keep the thinking, and the learning, yours.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type your name, address, phone number, passwords or photos into a prompt.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makeover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Read Yusuf’s one-word request, “fractions”, and guess the reply.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 (5 min): List the four parts of a good prompt from memory.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Makeover (8 min): Rewrite three weak requests into strong ones.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Hint, not answer (5 min): Turn one homework question into a request for a hint.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check (4 min): Cross out anything personal in a sample prompt.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revision group or at home. Write three weak requests on paper (such as “science help”, “write my story” and “fractions”) and one sample prompt with a made-up name, school and phone number in it.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“fractions” get a worse answer than a longer request?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asking for the answer fine, and when does it stop you learning?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never type into a chatbot, and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Ask good questions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strong prompt for your next homework that asks for a hint, not the answer.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good questions</dc:title>
  <dc:subject>PptxGenJS Presentation</dc:subject>
  <dc:creator>Darsi</dc:creator>
  <cp:lastModifiedBy>Darsi</cp:lastModifiedBy>
  <cp:revision>1</cp:revision>
  <dcterms:created xsi:type="dcterms:W3CDTF">2026-10-28T14:43:32Z</dcterms:created>
  <dcterms:modified xsi:type="dcterms:W3CDTF">2026-10-28T14:43:32Z</dcterms:modified>
</cp:coreProperties>
</file>