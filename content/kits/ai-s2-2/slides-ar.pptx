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 أسئلة جيدة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نكتب طلبًا واضحًا: ماذا نريد، وما نعرفه، ومستوانا، وشكل الإجابة.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نطلب تلميحًا أو خطوات أو اختبارًا بدلًا من الإجابة.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نُبقي البيانات الشخصية خارج ما نكتبه.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 روبوت الدردشة إلا ما تكتبه: والطلب الغامض يأتي بإجابة غامضة.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التلميحات والخطوات والاختبارات تُبقي التفكير، ومعه التعلّم، لك.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تكتب في الطلب أبدًا اسمك أو عنوانك أو رقم هاتفك أو كلمات مرورك أو صورك.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تجديد الطلب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اقرأ طلب يوسف المكوّن من كلمة واحدة، «الكسور»، وخمّن الرد.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الأجزاء الأربعة (٥ دقائق): اكتب من الذاكرة أجزاء الطلب الجيد الأربعة.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التجديد (٨ دقائق): أعد كتابة ثلاثة طلبات ضعيفة لتصبح قوية.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تلميح لا إجابة (٥ دقائق): حوّل سؤالًا من واجبك إلى طلب تلميح.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الخصوصية (٤ دقائق): اشطب كل ما هو شخصي في طلب نموذجي.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لمجموعة مراجعة أو للبيت. اكتب على ورقة ثلاثة طلبات ضعيفة (مثل «مساعدة في العلوم» و«اكتب قصتي» و«الكسور»)، وطلبًا نموذجيًا فيه اسم ومدرسة ورقم هاتف من الخيال.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تأتي كلمة «الكسور» وحدها بإجابة أسوأ من طلب أطول؟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يكون طلب الإجابة مقبولًا، ومتى يمنعك من التعلّم؟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لن تكتبه أبدًا لروبوت دردشة، ولماذا؟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اسأل أسئلة جيدة،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طلبًا قويًا واحدًا لواجبك القادم يطلب تلميحًا، لا الإجابة.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اسأل أسئلة جيدة</dc:title>
  <dc:subject>PptxGenJS Presentation</dc:subject>
  <dc:creator>Darsi</dc:creator>
  <cp:lastModifiedBy>Darsi</cp:lastModifiedBy>
  <cp:revision>1</cp:revision>
  <dcterms:created xsi:type="dcterms:W3CDTF">2026-10-28T14:43:32Z</dcterms:created>
  <dcterms:modified xsi:type="dcterms:W3CDTF">2026-10-28T14:43:32Z</dcterms:modified>
</cp:coreProperties>
</file>