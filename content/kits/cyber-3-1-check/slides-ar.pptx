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الخصوصية وبيانات المدرسة: اختبار الوحدة،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الخصوصية وبيانات المدرسة: مراجعة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الأمن السيبراني، المستوى ٣، اختبار الوحدة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الخصوصية وبيانات المدرسة: اختبار الوحدة،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هذه الوحدة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الطلاب: اجمع أقل، واحمِ أكثر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التطبيقات والأذونات وأدوات الذكاء الاصطناعي في الصف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وسائل التواصل الاجتماعي وصور الطلاب وأنت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حين تسوء الأمور: التعامل مع حادثة بيانات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الخصوصية وبيانات المدرسة: اختبار الوحدة،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الأفكار الكبرى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اجمع ما تحتاج إليه فقط، واحفظه في أمان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تحقّق من التطبيقات، ولا تذكر أسماء الطلاب في أدوات الذكاء الاصطناعي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شارك الفرحة، لا تفاصيل الطفل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احتوِ، وأبلغ، وقيّم، وأخطِر، وتعلّم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الخصوصية وبيانات المدرسة: اختبار الوحدة،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آمن أم خطِر أم حادثة؟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 (٣ دقائق): كلمة واحدة من كل درس.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الفرز (١٢ دقيقة): تفرز الفرق بطاقات المواقف.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الشرح (٨ دقائق): يدافع كل فريق عن بطاقتين.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الإصلاح (٧ دقائق): أعيدوا كتابة أخطر بطاقة.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الختام (٥ دقائق): بطاقة الخروج.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قبل الجلسة اثنتي عشرة بطاقة مواقف قصيرة، بعضها آمن وبعضها خطِر وبعضها حوادث، من الدروس الأربعة كلها. مجموعة لكل فريق.</a:t>
            </a:r>
            <a:endParaRPr lang="ar-SA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الخصوصية وبيانات المدرسة: اختبار الوحدة،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عادة ستغيّرها أولًا؟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ستقول لزميل جديد؟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موقف كان الحكم عليه أصعب؟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الخصوصية وبيانات المدرسة: اختبار الوحدة،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عادة واحدة من هذه الوحدة سأستخدمها هذا الأسبوع.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الخصوصية وبيانات المدرسة: اختبار الوحدة</dc:title>
  <dc:subject>PptxGenJS Presentation</dc:subject>
  <dc:creator>Darsi</dc:creator>
  <cp:lastModifiedBy>Darsi</cp:lastModifiedBy>
  <cp:revision>1</cp:revision>
  <dcterms:created xsi:type="dcterms:W3CDTF">2026-10-28T08:21:03Z</dcterms:created>
  <dcterms:modified xsi:type="dcterms:W3CDTF">2026-10-28T08:21:03Z</dcterms:modified>
</cp:coreProperties>
</file>