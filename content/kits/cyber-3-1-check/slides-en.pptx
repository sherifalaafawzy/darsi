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Privacy and school data: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school data: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3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Privacy and school data: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Pupils’ data: collect less, protect more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Apps, permissions and AI tools in class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media, pupils’ photos and you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data goes wrong: handling an incident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Privacy and school data: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only what you need, and keep it safe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apps; keep pupils anonymous in AI tools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joy, not the details of a child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Contain, report, assess, notify, learn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Privacy and school data: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risky or an incident?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One word from each lesson.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(12 min): Teams sort situation cards.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(8 min): Each team defends two cards.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(7 min): Rewrite the riskiest card.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Exit ticket.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twelve short situation cards before the session, a mix of safe, risky and incident, from all four lessons. One set per team.</a:t>
            </a:r>
            <a:endParaRPr lang="en-GB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Privacy and school data: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habit will you change first?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tell a new colleague?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situation was hardest to judge?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Privacy and school data: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habit from this unit I will use this week.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and school data: unit check</dc:title>
  <dc:subject>PptxGenJS Presentation</dc:subject>
  <dc:creator>Darsi</dc:creator>
  <cp:lastModifiedBy>Darsi</cp:lastModifiedBy>
  <cp:revision>1</cp:revision>
  <dcterms:created xsi:type="dcterms:W3CDTF">2026-10-28T08:21:02Z</dcterms:created>
  <dcterms:modified xsi:type="dcterms:W3CDTF">2026-10-28T08:21:02Z</dcterms:modified>
</cp:coreProperties>
</file>