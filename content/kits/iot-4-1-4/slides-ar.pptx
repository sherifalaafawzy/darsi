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أخلاقيات البيانات: العدل والأمان والصدق،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أخلاقيات البيانات: العدل والأمان والصدق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أخلاقيات البيانات: العدل والأمان والصدق،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نقرّر ما يحتاجه المشروع فعلًا من بيانات، وما قد تكشفه عن الناس.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للموافقة، ولمن يطّلع على البيانات، ومدة الاحتفاظ بها، مع عناية خاصة بالأطفال.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نعرض النتائج على مجتمع المدرسة بصدق، بما في ذلك ما لسنا متأكدين منه.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أخلاقيات البيانات: العدل والأمان والصدق،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عدل وأمان وصدق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ما تحتاجه فقط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أخبِر واستأذن واشرح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حدّد من يرى البيانات وإلى متى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بصدق، مع ما لست متأكدًا منه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أخلاقيات البيانات: العدل والأمان والصدق،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البيانات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بيانات CO₂ التي كشفت صفًّا فارغًا.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اجمع أقل، وأخبِر واستأذن، ومن يرى، والتقرير الصادق.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التدقيق (١٢ دقيقة): تملأ المجموعات الجدول ذا الأعمدة الأربعة لكل معلومة.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الحذف (٥ دقائق): اشطبوا ما لا يحتاجه السؤال.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 (١٠ دقائق): اكتبوا إشعارًا للأسر من خمسة أسطر.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 مشروعًا مخطَّطًا له أو متخيَّلًا، ولا تستعمل أبدًا بيانات طلاب حقيقية. واجعل النقاش عن الممارسات لا عن الزملاء: دون أسماء.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أخلاقيات البيانات: العدل والأمان والصدق،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فاجأك فيما قد تكشفه بيانات المستشعرات؟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ينبغي أن يقرّر متى تُستعمل بيانات المشروع لغرض جديد؟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ستعرض نتيجة لست متأكدًا منها إلا نصف تأكد؟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أخلاقيات البيانات: العدل والأمان والصدق،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كتابة هذا الادعاء بصدق: «هواء الصف ٦ هو الأسوأ في المدرسة.»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أخلاقيات البيانات: العدل والأمان والصدق</dc:title>
  <dc:subject>PptxGenJS Presentation</dc:subject>
  <dc:creator>Darsi</dc:creator>
  <cp:lastModifiedBy>Darsi</cp:lastModifiedBy>
  <cp:revision>1</cp:revision>
  <dcterms:created xsi:type="dcterms:W3CDTF">2026-10-28T09:45:07Z</dcterms:created>
  <dcterms:modified xsi:type="dcterms:W3CDTF">2026-10-28T09:45:07Z</dcterms:modified>
</cp:coreProperties>
</file>