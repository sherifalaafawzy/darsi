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Data ethics: fair, safe and honest · 1</a:t>
            </a:r>
            <a:endParaRPr lang="en-GB" sz="1100" dirty="0"/>
          </a:p>
        </p:txBody>
      </p:sp>
      <p:sp>
        <p:nvSpPr>
          <p:cNvPr id="5" name="Shape 2"/>
          <p:cNvSpPr/>
          <p:nvPr/>
        </p:nvSpPr>
        <p:spPr>
          <a:xfrm>
            <a:off x="813816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CCF2EC"/>
          </a:solidFill>
          <a:ln w="12700">
            <a:solidFill>
              <a:srgbClr val="CCF2EC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ethics: fair, safe and honest</a:t>
            </a:r>
            <a:endParaRPr lang="en-GB" sz="5400" dirty="0"/>
          </a:p>
        </p:txBody>
      </p:sp>
      <p:sp>
        <p:nvSpPr>
          <p:cNvPr id="8" name="Text 4"/>
          <p:cNvSpPr/>
          <p:nvPr/>
        </p:nvSpPr>
        <p:spPr>
          <a:xfrm>
            <a:off x="64008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2200" b="1" dirty="0">
                <a:solidFill>
                  <a:srgbClr val="065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 · Level 4 · Lesson 4</a:t>
            </a:r>
            <a:endParaRPr lang="en-GB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Data ethics: fair, safe and honest · 2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we will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 what data a project really needs, and what it could reveal about people.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consent, access and how long data is kept, with extra care for children.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results honestly with the school community, uncertainty included.</a:t>
            </a:r>
            <a:endParaRPr lang="en-GB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Data ethics: fair, safe and honest · 3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Fair, safe, honest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 only what you need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Tell, ask and explain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 who sees it, and for how long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honestly, uncertainty included</a:t>
            </a:r>
            <a:endParaRPr lang="en-GB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Data ethics: fair, safe and honest · 4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audit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GB" altLang="en-US" sz="22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Warm-up (5 min): The CO₂ data that showed an empty room.</a:t>
            </a:r>
            <a:endParaRPr lang="en-GB" sz="2200" dirty="0"/>
          </a:p>
          <a:p>
            <a:pPr algn="l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GB" altLang="en-US" sz="22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 (8 min): Collect less, tell and ask, who sees it, honest reports.</a:t>
            </a:r>
            <a:endParaRPr lang="en-GB" sz="2200" dirty="0"/>
          </a:p>
          <a:p>
            <a:pPr algn="l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GB" altLang="en-US" sz="22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(12 min): Groups fill the four-column table for each piece of data.</a:t>
            </a:r>
            <a:endParaRPr lang="en-GB" sz="2200" dirty="0"/>
          </a:p>
          <a:p>
            <a:pPr algn="l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GB" altLang="en-US" sz="22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 (5 min): Cross out what the question doesn't need.</a:t>
            </a:r>
            <a:endParaRPr lang="en-GB" sz="2200" dirty="0"/>
          </a:p>
          <a:p>
            <a:pPr algn="l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GB" altLang="en-US" sz="22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Notice (10 min): Write a five-line notice for families.</a:t>
            </a:r>
            <a:endParaRPr lang="en-GB" sz="2200" dirty="0"/>
          </a:p>
        </p:txBody>
      </p:sp>
      <p:sp>
        <p:nvSpPr>
          <p:cNvPr id="7" name="Shape 4"/>
          <p:cNvSpPr/>
          <p:nvPr/>
        </p:nvSpPr>
        <p:spPr>
          <a:xfrm>
            <a:off x="8321040" y="1783080"/>
            <a:ext cx="3246120" cy="4023360"/>
          </a:xfrm>
          <a:prstGeom prst="roundRect">
            <a:avLst>
              <a:gd name="adj" fmla="val 5634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58200" y="1874520"/>
            <a:ext cx="2971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GB" altLang="en-US" sz="1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 planned or made-up project, never real pupils' data. Keep the discussion about practices, not colleagues: no names.</a:t>
            </a:r>
            <a:endParaRPr lang="en-GB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Data ethics: fair, safe and honest · 5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Let’s discuss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surprised you about what sensor data can reveal?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should decide when project data is used for something new?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would you report a result you're only half sure of?</a:t>
            </a:r>
            <a:endParaRPr lang="en-GB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Data ethics: fair, safe and honest · 6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ticket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Rewrite this claim honestly: “Room 6 has the worst air in the school.”</a:t>
            </a:r>
            <a:endParaRPr lang="en-GB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ethics: fair, safe and honest</dc:title>
  <dc:subject>PptxGenJS Presentation</dc:subject>
  <dc:creator>Darsi</dc:creator>
  <cp:lastModifiedBy>Darsi</cp:lastModifiedBy>
  <cp:revision>1</cp:revision>
  <dcterms:created xsi:type="dcterms:W3CDTF">2026-10-28T09:45:07Z</dcterms:created>
  <dcterms:modified xsi:type="dcterms:W3CDTF">2026-10-28T09:45:07Z</dcterms:modified>
</cp:coreProperties>
</file>