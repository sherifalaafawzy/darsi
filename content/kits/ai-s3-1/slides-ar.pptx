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البيانات أولًا،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 أولًا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٣، الدرس ١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البيانات أولًا،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نخطّط لمجموعة بيانات: ماذا نجمع، والتصنيفات، وكم مثالًا، وما مدى التنوّع.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نكتشف التصنيفات الخاطئة، والأمثلة القليلة، والنوع الذي يفوق الآخر عددًا بكثير.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نجمع البيانات بإنصاف: نستأذن ونُبعد التفاصيل الشخصية.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البيانات أولًا،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تذكّر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يعرف النموذج إلا أمثلته: بياناتك هي كتابه الوحيد.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ابحث عن التصنيفات الخاطئة والأمثلة القليلة والتصنيفات غير المتوازنة. والتنوّع مهم بقدر العدد.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 تأتي من أشخاص: استأذن أولًا، واذكر الغرض، وأبعِد الأسماء.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البيانات أولًا،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محقّقو البيانات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الاختيار (٣ دقائق): مهمة فرز بتصنيفين.</a:t>
            </a:r>
            <a:endParaRPr lang="ar-SA" sz="24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التخطيط (٥ دقائق): ماذا، والتصنيفات، وكم مثالًا، وما مدى التنوّع.</a:t>
            </a:r>
            <a:endParaRPr lang="ar-SA" sz="24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الجمع (٨ دقائق): ١٢ مثالًا مصنّفًا، أحدها مصنّف خطأً عن قصد.</a:t>
            </a:r>
            <a:endParaRPr lang="ar-SA" sz="24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التبادل (٥ دقائق): يبحث زميلك عن المشكلات.</a:t>
            </a:r>
            <a:endParaRPr lang="ar-SA" sz="2400" dirty="0"/>
          </a:p>
          <a:p>
            <a:pPr rtl="1" algn="r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ar-SA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الإصلاح (٤ دقائق): ثلاثة أشياء تُضاف أو تُغيَّر.</a:t>
            </a:r>
            <a:endParaRPr lang="ar-SA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يصلح لمجموعة من ثلاثة أو أربعة، أو في البيت مع أحد أفراد أسرتك. استخدم الرسوم إن لم تتوفّر كاميرا، ولا تصوّر أحدًا أبدًا دون استئذانه.</a:t>
            </a:r>
            <a:endParaRPr lang="ar-SA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البيانات أولًا،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لا يستطيع النموذج أن يلاحظ أن أحد تصنيفاته خاطئ؟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مجموعة بيانات ٩٠ ورقة سليمة و١٠ أوراق مريضة. ما الذي قد يسوء؟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إذن مَن ستحتاج لتجمع أصواتًا في المدرسة؟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البيانات أولًا،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أن تغادر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شيء واحد قد ينقص مجموعة بياناتي، وكيف سأجمعه بإنصاف.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البيانات أولًا</dc:title>
  <dc:subject>PptxGenJS Presentation</dc:subject>
  <dc:creator>Darsi</dc:creator>
  <cp:lastModifiedBy>Darsi</cp:lastModifiedBy>
  <cp:revision>1</cp:revision>
  <dcterms:created xsi:type="dcterms:W3CDTF">2026-10-28T14:43:36Z</dcterms:created>
  <dcterms:modified xsi:type="dcterms:W3CDTF">2026-10-28T14:43:36Z</dcterms:modified>
</cp:coreProperties>
</file>