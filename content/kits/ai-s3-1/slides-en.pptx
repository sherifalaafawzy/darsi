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first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first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first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dataset: what to collect, the labels, how many and how varied.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wrong labels, too few examples and one kind far outnumbering another.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data fairly: ask permission and keep personal details out.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first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only knows its examples: your data is its only textbook.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wrong labels, too few examples and unbalanced labels. Variety matters as much as numbers.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comes from people: ask first, say what it’s for, and leave names out.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first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detectives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(3 min): a sorting job with two labels.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(5 min): what, labels, how many, how varied.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(8 min): 12 labelled examples, one label wrong on purpose.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(5 min): a partner hunts for problems.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(4 min): three things to add or change.</a:t>
            </a:r>
            <a:endParaRPr lang="en-GB" sz="24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 group of three or four, or at home with a family member. Use drawings if there is no camera, and never photograph people without asking.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first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can’t a model notice that one of its labels is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dataset has 90 healthy leaves and 10 sick ones. What could go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permission would you need to collect voices at school?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first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my dataset would be missing, and how I would collect it fairly.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first</dc:title>
  <dc:subject>PptxGenJS Presentation</dc:subject>
  <dc:creator>Darsi</dc:creator>
  <cp:lastModifiedBy>Darsi</cp:lastModifiedBy>
  <cp:revision>1</cp:revision>
  <dcterms:created xsi:type="dcterms:W3CDTF">2026-10-28T14:43:36Z</dcterms:created>
  <dcterms:modified xsi:type="dcterms:W3CDTF">2026-10-28T14:43:36Z</dcterms:modified>
</cp:coreProperties>
</file>