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الذكاء الاصطناعي في التدريس: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يكتب روبوت الدردشة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تناسب صفّك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ثم تحقّق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بيانات طلابك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يتوقّع روبوت الدردشة رمزًا محتملًا تلو الآخر: والكلام السلس ليس بالضرورة صحيحًا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مناسبة: الدور، والمهمة، والسياق، والشكل، والمتابعة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ثم تحقّق: المعلومات، والمستوى، والتحيّز، والملاءمة المحلية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شارِك المهمة، لا الطفل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السبّورة ليوم الغد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ستخبر عائلتك عن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أدوات الذكاء الاصطناعي في التدريس: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أدوات الذكاء الاصطناعي في التدريس: اختبار الوحدة</dc:title>
  <dc:subject>PptxGenJS Presentation</dc:subject>
  <dc:creator>Darsi</dc:creator>
  <cp:lastModifiedBy>Darsi</cp:lastModifiedBy>
  <cp:revision>1</cp:revision>
  <dcterms:created xsi:type="dcterms:W3CDTF">2026-10-28T09:49:00Z</dcterms:created>
  <dcterms:modified xsi:type="dcterms:W3CDTF">2026-10-28T09:49:00Z</dcterms:modified>
</cp:coreProperties>
</file>