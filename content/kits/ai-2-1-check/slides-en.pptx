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AI tools for teaching: unit check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 for teaching: review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2 · Unit check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AI tools for teaching: unit check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unit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chatbot writes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that fit your class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Generate, then check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pupils’ data private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AI tools for teaching: unit check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chatbot predicts one likely token at a time: fluent isn’t the same as true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that fit: role, task, context, format, and follow-ups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Generate, then check: facts, level, bias and local fit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the task, never the child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AI tools for teaching: unit check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quiz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teams of four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each question aloud; teams agree on one answer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 the answer and ask one team to explain why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hardest question on the board for tomorrow</a:t>
            </a:r>
            <a:endParaRPr lang="en-GB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AI tools for teaching: unit check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idea will you use first?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question surprised you,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you tell your family about this unit?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AI tools for teaching: unit check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idea I will use, and when I will use it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tools for teaching: unit check</dc:title>
  <dc:subject>PptxGenJS Presentation</dc:subject>
  <dc:creator>Darsi</dc:creator>
  <cp:lastModifiedBy>Darsi</cp:lastModifiedBy>
  <cp:revision>1</cp:revision>
  <dcterms:created xsi:type="dcterms:W3CDTF">2026-10-28T09:49:00Z</dcterms:created>
  <dcterms:modified xsi:type="dcterms:W3CDTF">2026-10-28T09:49:00Z</dcterms:modified>
</cp:coreProperties>
</file>