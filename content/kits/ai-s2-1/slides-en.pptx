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chatbot writes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chatbot writes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2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chatbot writes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a chatbot writes, one likely piece at a time.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why it can sound sure and still be wrong.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it may know less about your country and language.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chatbot writes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language model learned patterns from huge amounts of text, and writes by predicting the next token, again and again.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isn’t the same as true: it writes what sounds likely, not what it has checked.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knows less where it learned less: some languages, small places, and news after its cut-off date.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chatbot writes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 each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Type “Our town is” and tap the keyboard’s middle suggestion ten times. Is it fluent? Is it true?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(5 min): Write the steps a chatbot repeats to build an answer.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game (8 min): In pairs or threes, build a story one likely word each.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drift (5 min): Mark where the story went wrong or stopped making sense.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(4 min): Write one way the game is like a chatbot, and one way it isn’t.</a:t>
            </a:r>
            <a:endParaRPr lang="en-GB" sz="19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group of friends, or at home with your family. You need paper and a pen; a phone is only needed for the warm-up.</a:t>
            </a:r>
            <a:endParaRPr lang="en-GB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chatbot writes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have you seen a phone or app predict your next word?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a smooth, confident answer still be wrong?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might a chatbot know less about in your country or language?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chatbot writes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sentence: how does a chatbot write, and why does that mean you should check it?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chatbot writes</dc:title>
  <dc:subject>PptxGenJS Presentation</dc:subject>
  <dc:creator>Darsi</dc:creator>
  <cp:lastModifiedBy>Darsi</cp:lastModifiedBy>
  <cp:revision>1</cp:revision>
  <dcterms:created xsi:type="dcterms:W3CDTF">2026-10-28T14:43:31Z</dcterms:created>
  <dcterms:modified xsi:type="dcterms:W3CDTF">2026-10-28T14:43:31Z</dcterms:modified>
</cp:coreProperties>
</file>