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يكتب روبوت الدردشة،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يكتب روبوت الدردشة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٢،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يكتب روبوت الدردشة،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كيف يكتب روبوت الدردشة، قطعة مرجّحة في كل مرة.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نوضّح لماذا قد يبدو واثقًا ومع ذلك يخطئ.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قد يعرف أقل عن بلدك ولغتك.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يكتب روبوت الدردشة،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تعلّم النموذج اللغوي أنماطًا من كميات هائلة من النصوص، ويكتب بتوقّع الرمز التالي مرة بعد مرة.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السلاسة لا تعني الصحة: فهو يكتب ما يبدو مرجّحًا، لا ما تحقّق منه.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يعرف أقل حيث تعلّم أقل: بعض اللغات، والأماكن الصغيرة، والأخبار التي جاءت بعد تاريخ توقّف تدريبه.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يكتب روبوت الدردشة،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لكلّ واحد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(٣ دقائق): اكتب «مدينتنا» واضغط الاقتراح الأوسط في لوحة المفاتيح عشر مرات. هل الجملة سلسة؟ وهل هي صحيحة؟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الاسترجاع (٥ دقائق): اكتب الخطوات التي يكرّرها روبوت الدردشة ليبني إجابته.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لعبة الكلمات (٨ دقائق): في أزواج أو مجموعات من ثلاثة، ابنوا قصة بكلمة مرجّحة لكلّ واحد.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اكتشف الانحراف (٥ دقائق): ضع علامة حيث انحرفت القصة أو فقدت معناها.</a:t>
            </a:r>
            <a:endParaRPr lang="ar-SA" sz="1900" dirty="0"/>
          </a:p>
          <a:p>
            <a:pPr rtl="1" algn="r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ar-SA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(٤ دقائق): اكتب وجه شبه واحدًا بين اللعبة وروبوت الدردشة، ووجه اختلاف واحدًا.</a:t>
            </a:r>
            <a:endParaRPr lang="ar-SA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للعب مع مجموعة من الأصدقاء، أو في البيت مع أسرتك. تحتاج إلى ورقة وقلم، ولا تحتاج إلى هاتف إلا في التمهيد.</a:t>
            </a:r>
            <a:endParaRPr lang="ar-SA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يكتب روبوت الدردشة،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رأيت هاتفًا أو تطبيقًا يتوقّع كلمتك التالية؟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تكون الإجابة السلسة الواثقة خاطئة؟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قد يعرفه روبوت الدردشة أقل عن بلدك أو لغتك؟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يكتب روبوت الدردشة،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جملة واحدة: كيف يكتب روبوت الدردشة، ولماذا يعني ذلك أن عليك التحقّق مما يكتبه؟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يكتب روبوت الدردشة</dc:title>
  <dc:subject>PptxGenJS Presentation</dc:subject>
  <dc:creator>Darsi</dc:creator>
  <cp:lastModifiedBy>Darsi</cp:lastModifiedBy>
  <cp:revision>1</cp:revision>
  <dcterms:created xsi:type="dcterms:W3CDTF">2026-10-28T14:43:31Z</dcterms:created>
  <dcterms:modified xsi:type="dcterms:W3CDTF">2026-10-28T14:43:31Z</dcterms:modified>
</cp:coreProperties>
</file>