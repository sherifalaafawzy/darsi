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التحديثات تُغلق الباب، ١</a:t>
            </a:r>
            <a:endParaRPr lang="ar-SA" sz="1100" dirty="0"/>
          </a:p>
        </p:txBody>
      </p:sp>
      <p:sp>
        <p:nvSpPr>
          <p:cNvPr id="5" name="Shape 2"/>
          <p:cNvSpPr/>
          <p:nvPr/>
        </p:nvSpPr>
        <p:spPr>
          <a:xfrm>
            <a:off x="548640" y="1280160"/>
            <a:ext cx="3474720" cy="3474720"/>
          </a:xfrm>
          <a:prstGeom prst="roundRect">
            <a:avLst>
              <a:gd name="adj" fmla="val 10526"/>
            </a:avLst>
          </a:prstGeom>
          <a:solidFill>
            <a:srgbClr val="FDD9E5"/>
          </a:solidFill>
          <a:ln w="12700">
            <a:solidFill>
              <a:srgbClr val="FDD9E5"/>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التحديثات تُغلق الباب</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A3123F"/>
                </a:solidFill>
                <a:latin typeface="Arial" pitchFamily="34" charset="0"/>
                <a:ea typeface="Arial" pitchFamily="34" charset="-122"/>
                <a:cs typeface="Arial" pitchFamily="34" charset="-120"/>
              </a:rPr>
              <a:t>الأمن السيبراني، المستوى ٢، الدرس ١</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التحديثات تُغلق الباب،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نشرح ما يصلحه التحديث الأمني.</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نقرّر متى يكون تثبيت التحديث آمنًا ومناسبًا.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نميّز البرامج التي يكون تثبيتها خطِرًا.</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التحديثات تُغلق الباب،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أغلق الباب</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التحديث يسدّ ثغرة يعرفها المجرمون</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تلقائيًا، ليلًا، ثم إعادة التشغيل</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تأكّد أن الجهاز ما زال يتلقّى التحديثات</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من المتجر الرسمي فقط: لا نسخ مقرصنة</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التحديثات تُغلق الباب،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«تحديث أم لا؟»: بطاقة خضراء، بطاقة حمراء</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200"/>
              </a:spcAft>
              <a:buSzPct val="100000"/>
              <a:buFont typeface="+mj-lt"/>
              <a:buAutoNum type="arabicPeriod" startAt="1"/>
            </a:pPr>
            <a:r>
              <a:rPr lang="ar-SA" altLang="en-US" sz="2400" dirty="0">
                <a:solidFill>
                  <a:srgbClr val="1E1A33"/>
                </a:solidFill>
                <a:latin typeface="Arial" pitchFamily="34" charset="0"/>
                <a:ea typeface="Arial" pitchFamily="34" charset="-122"/>
                <a:cs typeface="Arial" pitchFamily="34" charset="-120"/>
              </a:rPr>
              <a:t>التمهيد (٥ دقائق): القفل المكسور على باب المخزن.</a:t>
            </a:r>
            <a:endParaRPr lang="ar-SA" sz="2400" dirty="0"/>
          </a:p>
          <a:p>
            <a:pPr rtl="1" algn="r" marL="342900" indent="-342900">
              <a:spcAft>
                <a:spcPts val="1200"/>
              </a:spcAft>
              <a:buSzPct val="100000"/>
              <a:buFont typeface="+mj-lt"/>
              <a:buAutoNum type="arabicPeriod" startAt="1"/>
            </a:pPr>
            <a:r>
              <a:rPr lang="ar-SA" altLang="en-US" sz="2400" dirty="0">
                <a:solidFill>
                  <a:srgbClr val="1E1A33"/>
                </a:solidFill>
                <a:latin typeface="Arial" pitchFamily="34" charset="0"/>
                <a:ea typeface="Arial" pitchFamily="34" charset="-122"/>
                <a:cs typeface="Arial" pitchFamily="34" charset="-120"/>
              </a:rPr>
              <a:t>الشرح (٨ دقائق): ما يصلحه التحديث، ولماذا تهمّ السرعة.</a:t>
            </a:r>
            <a:endParaRPr lang="ar-SA" sz="2400" dirty="0"/>
          </a:p>
          <a:p>
            <a:pPr rtl="1" algn="r" marL="342900" indent="-342900">
              <a:spcAft>
                <a:spcPts val="1200"/>
              </a:spcAft>
              <a:buSzPct val="100000"/>
              <a:buFont typeface="+mj-lt"/>
              <a:buAutoNum type="arabicPeriod" startAt="1"/>
            </a:pPr>
            <a:r>
              <a:rPr lang="ar-SA" altLang="en-US" sz="2400" dirty="0">
                <a:solidFill>
                  <a:srgbClr val="1E1A33"/>
                </a:solidFill>
                <a:latin typeface="Arial" pitchFamily="34" charset="0"/>
                <a:ea typeface="Arial" pitchFamily="34" charset="-122"/>
                <a:cs typeface="Arial" pitchFamily="34" charset="-120"/>
              </a:rPr>
              <a:t>بطاقة خضراء، بطاقة حمراء (١٥ دقيقة): ستة مواقف، آمنة أم خطِرة.</a:t>
            </a:r>
            <a:endParaRPr lang="ar-SA" sz="2400" dirty="0"/>
          </a:p>
          <a:p>
            <a:pPr rtl="1" algn="r" marL="342900" indent="-342900">
              <a:spcAft>
                <a:spcPts val="1200"/>
              </a:spcAft>
              <a:buSzPct val="100000"/>
              <a:buFont typeface="+mj-lt"/>
              <a:buAutoNum type="arabicPeriod" startAt="1"/>
            </a:pPr>
            <a:r>
              <a:rPr lang="ar-SA" altLang="en-US" sz="2400" dirty="0">
                <a:solidFill>
                  <a:srgbClr val="1E1A33"/>
                </a:solidFill>
                <a:latin typeface="Arial" pitchFamily="34" charset="0"/>
                <a:ea typeface="Arial" pitchFamily="34" charset="-122"/>
                <a:cs typeface="Arial" pitchFamily="34" charset="-120"/>
              </a:rPr>
              <a:t>المشاركة (٧ دقائق): تكتب كل مجموعة قاعدة واحدة لهواتف البيت.</a:t>
            </a:r>
            <a:endParaRPr lang="ar-SA" sz="2400" dirty="0"/>
          </a:p>
          <a:p>
            <a:pPr rtl="1" algn="r" marL="342900" indent="-342900">
              <a:spcAft>
                <a:spcPts val="1200"/>
              </a:spcAft>
              <a:buSzPct val="100000"/>
              <a:buFont typeface="+mj-lt"/>
              <a:buAutoNum type="arabicPeriod" startAt="1"/>
            </a:pPr>
            <a:r>
              <a:rPr lang="ar-SA" altLang="en-US" sz="2400" dirty="0">
                <a:solidFill>
                  <a:srgbClr val="1E1A33"/>
                </a:solidFill>
                <a:latin typeface="Arial" pitchFamily="34" charset="0"/>
                <a:ea typeface="Arial" pitchFamily="34" charset="-122"/>
                <a:cs typeface="Arial" pitchFamily="34" charset="-120"/>
              </a:rPr>
              <a:t>الختام (٥ دقائق): بطاقة الخروج.</a:t>
            </a:r>
            <a:endParaRPr lang="ar-SA" sz="24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200" b="1" dirty="0">
                <a:solidFill>
                  <a:srgbClr val="1E1A33"/>
                </a:solidFill>
                <a:latin typeface="Arial" pitchFamily="34" charset="0"/>
                <a:ea typeface="Arial" pitchFamily="34" charset="-122"/>
                <a:cs typeface="Arial" pitchFamily="34" charset="-120"/>
              </a:rPr>
              <a:t>اكتب ستة مواقف على ورقة: تحديث يظهر في أثناء امتحان، وهاتف تاريخ تحديثه الأمني قبل سنتين، ولعبة مقرصنة من صديق، وتطبيق من رابط في محادثة، وتحديث مجدول لليلة والهاتف على الشاحن، و«نسخة كاملة مجانية» من برنامج مدفوع. وقصّ مربعًا أخضر وآخر أحمر من الورق لكل طالب.</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التحديثات تُغلق الباب،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لماذا يدرس المجرمون التحديث الجديد؟</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 أفضل وقت لتحديث الهاتف؟</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ماذا تفعل بحاسوب لم يعد يتلقّى التحديثات؟</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التحديثات تُغلق الباب،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شيء يفعله التحديث + شيء لن أثبّته.</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التحديثات تُغلق الباب</dc:title>
  <dc:subject>PptxGenJS Presentation</dc:subject>
  <dc:creator>Darsi</dc:creator>
  <cp:lastModifiedBy>Darsi</cp:lastModifiedBy>
  <cp:revision>1</cp:revision>
  <dcterms:created xsi:type="dcterms:W3CDTF">2026-10-28T13:25:21Z</dcterms:created>
  <dcterms:modified xsi:type="dcterms:W3CDTF">2026-10-28T13:25:21Z</dcterms:modified>
</cp:coreProperties>
</file>