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DD9E5"/>
          </a:solidFill>
          <a:ln w="12700">
            <a:solidFill>
              <a:srgbClr val="FDD9E5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close the door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A31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security · Level 2 · Lesson 1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a security update fixes.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 when it is safe and sensible to install an update.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software that is risky to install.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door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update closes a hole criminals know about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Automatic, overnight, then restart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device still gets updates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store only: no cracked copies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or not?: Green card, red card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(5 min): The broken lock on the store room.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(8 min): What an update fixes, and why soon matters.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card, red card (15 min): Six situations, safe or risky.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(7 min): Each group writes one rule for phones at home.</a:t>
            </a:r>
            <a:endParaRPr lang="en-GB" sz="2400" dirty="0"/>
          </a:p>
          <a:p>
            <a:pPr algn="l"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GB" altLang="en-US" sz="24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(5 min): Exit ticket.</a:t>
            </a:r>
            <a:endParaRPr lang="en-GB" sz="24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2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six situations on a sheet: an update offered during an exam; a phone whose security date is two years old; a cracked game from a friend; an app from a link in a chat; an update set for tonight on the charger; a “free full version” of a paid program. Cut a green and a red square of paper for each pupil.</a:t>
            </a:r>
            <a:endParaRPr lang="en-GB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criminals study a new update?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is the best time for a phone to update?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with a computer that no longer gets updates?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04A7E"/>
          </a:solidFill>
          <a:ln w="12700">
            <a:solidFill>
              <a:srgbClr val="F04A7E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Updates close the door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thing an update does + one thing I won’t install.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Updates close the door</dc:title>
  <dc:subject>PptxGenJS Presentation</dc:subject>
  <dc:creator>Darsi</dc:creator>
  <cp:lastModifiedBy>Darsi</cp:lastModifiedBy>
  <cp:revision>1</cp:revision>
  <dcterms:created xsi:type="dcterms:W3CDTF">2026-10-28T13:25:20Z</dcterms:created>
  <dcterms:modified xsi:type="dcterms:W3CDTF">2026-10-28T13:25:20Z</dcterms:modified>
</cp:coreProperties>
</file>