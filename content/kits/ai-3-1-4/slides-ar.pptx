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داخل النموذج اللغوي،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داخل النموذج اللغوي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داخل النموذج اللغوي،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نصف الحلقة: تصبح الرموز أرقامًا، ويجمع الانتباه السياق، ويعطي النموذج درجة لكل رمز تالٍ ممكن، ثم يختار واحدًا ويكرّر.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مراحل التدريب: تدريب مسبق على كميات هائلة من النصوص، ثم ضبط دقيق بالأمثلة وتقييمات الناس.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قد يخطئ النموذج اللغوي وهو واثق، وكيف يساعد الربط بمصدر والتحقّق.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داخل النموذج اللغوي،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كل جولة: تصبح الرموز أرقامًا، ويجمع الانتباه السياق، وتعالجه الطبقات، ثم تُعطى الرموز التالية درجات ويُختار أحدها.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المسبق يجعله سلسًا، والضبط الدقيق بالأمثلة والتقييمات يجعله مفيدًا.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إنه يتوقّع النص المحتمل، لا معلومات متحقَّقًا منها: فاربطه بمصدر، ثم تحقّق.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داخل النموذج اللغوي،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مَن يعود الضمير؟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أكملوا «لم تتوقّف الحافلة لأنها كانت…».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مَن يعود الضمير؟ (١٢ دقيقة): أسهم من الضمير إلى قرائنه.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غيّر كلمة واحدة (٦ دقائق): لاحظوا كيف تتحرّك الأسهم.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الحلقة (٩ دقائق): رموز، أرقام، انتباه، درجات، اختيار.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(٨ دقائق): عرض للربط بمصدر، ثم بطاقة الخروج.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ثلاث جمل فيها ضمير يحتمل معنيين بلغة الطلاب، وإجابة مطبوعة من روبوت دردشة فيها معلومة محلية خاطئة، وصفحة الكتاب المدرسي التي تصحّحها.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داخل النموذج اللغوي،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عرفتم على مَن يعود الضمير؟ إلى أيّ الكلمات نظرتم؟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يخطئ روبوت دردشة في معلومة عن مدينتنا؟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مصدر ستعطيه لروبوت دردشة قبل أن تثق بإجابته؟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داخل النموذج اللغوي،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الحلقة في خمس كلمات، وسببًا واحدًا لخطأ النموذج اللغوي وهو واثق.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داخل النموذج اللغوي</dc:title>
  <dc:subject>PptxGenJS Presentation</dc:subject>
  <dc:creator>Darsi</dc:creator>
  <cp:lastModifiedBy>Darsi</cp:lastModifiedBy>
  <cp:revision>1</cp:revision>
  <dcterms:created xsi:type="dcterms:W3CDTF">2026-10-28T13:28:35Z</dcterms:created>
  <dcterms:modified xsi:type="dcterms:W3CDTF">2026-10-28T13:28:35Z</dcterms:modified>
</cp:coreProperties>
</file>