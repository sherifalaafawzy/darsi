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Inside a language model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a language model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3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Inside a language model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loop: tokens become numbers, attention gathers context, the model scores every possible next token, picks one and repeats.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training stages: pretraining on huge amounts of text, then fine-tuning with examples and human feedback.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a language model can be confidently wrong, and how grounding and checking help.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Inside a language model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round: tokens become numbers, attention gathers context, layers work on it, the next token is scored and picked.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Pretraining makes it fluent; fine-tuning with examples and feedback makes it helpful.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predicts likely text, not checked facts: ground it in a source, then check.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Inside a language model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“it”?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Finish “The bus didn’t stop because it was…”.</a:t>
            </a:r>
            <a:endParaRPr lang="en-GB" sz="23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“it”? (12 min): Arrows from “it” to its clues.</a:t>
            </a:r>
            <a:endParaRPr lang="en-GB" sz="23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one word (6 min): Watch the arrows move.</a:t>
            </a:r>
            <a:endParaRPr lang="en-GB" sz="23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(9 min): Tokens, numbers, attention, scores, pick.</a:t>
            </a:r>
            <a:endParaRPr lang="en-GB" sz="23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(8 min): Grounding demo, then the exit ticket.</a:t>
            </a:r>
            <a:endParaRPr lang="en-GB" sz="23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6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three “it” sentences in the pupils’ language, a printed chatbot answer that contains one wrong local fact, and the textbook page that corrects it.</a:t>
            </a: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Inside a language model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did you know what “it” meant? Which words did you look back at?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might a chatbot get a fact about our town wrong?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source would you give a chatbot before trusting its answer?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Inside a language model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loop in five words, and one reason a language model can be confidently wrong.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a language model</dc:title>
  <dc:subject>PptxGenJS Presentation</dc:subject>
  <dc:creator>Darsi</dc:creator>
  <cp:lastModifiedBy>Darsi</cp:lastModifiedBy>
  <cp:revision>1</cp:revision>
  <dcterms:created xsi:type="dcterms:W3CDTF">2026-10-28T13:28:35Z</dcterms:created>
  <dcterms:modified xsi:type="dcterms:W3CDTF">2026-10-28T13:28:35Z</dcterms:modified>
</cp:coreProperties>
</file>