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النسخ الاحتياطي: يضيع الهاتف ولا يضيع عملك،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النسخ الاحتياطي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٢،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النسخ الاحتياطي: يضيع الهاتف ولا يضيع عملك،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معنى النسخة الاحتياطية، ولماذا نحتاج إلى أكثر من نسخة.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نستخدم قاعدة ٣-٢-١ لنخطّط أين تُحفظ النسخ.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ينبغي أن تبقى نسخة واحدة مفصولة.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النسخ الاحتياطي: يضيع الهاتف ولا يضيع عملك،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٣-٢-١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نسخ مما يهمّ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نوعان من وسائط التخزين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نسخة واحدة بعيدة عن المدرسة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نسخة مفصولة، تُختبر كل فصل دراسي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النسخ الاحتياطي: يضيع الهاتف ولا يضيع عملك،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«أين تُحفظ نسخ سجل الصف؟»: ثلاث نسخ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هاتف يسقط في دلو. ماذا ضاع؟</a:t>
            </a:r>
            <a:endParaRPr lang="ar-SA" sz="24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قاعدة ٣-٢-١ مرسومة على السبورة.</a:t>
            </a:r>
            <a:endParaRPr lang="ar-SA" sz="24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نسخ (١٥ دقيقة): ترسم المجموعات أماكن نسخ السجل.</a:t>
            </a:r>
            <a:endParaRPr lang="ar-SA" sz="24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(٧ دقائق): أيّ نسخة تنجو من السيل، وأيّها تنجو من برنامج الفدية؟</a:t>
            </a:r>
            <a:endParaRPr lang="ar-SA" sz="24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بطاقة الخروج.</a:t>
            </a:r>
            <a:endParaRPr lang="ar-SA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الدرس، ارسم هاتفًا وسحابة ومدرسة وبيتًا على جانب من السبورة، وجهّز ورقًا وأقلامًا لكل مجموعة. وإن كانت لديك فلاشة، فأحضرها للعرض.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النسخ الاحتياطي: يضيع الهاتف ولا يضيع عملك،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ستخسر لو اختفى هاتفك اليوم؟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تكفي النسخة المتزامنة؟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يمكن أن تحفظ المدرسة نسخة بعيدًا عن المبنى؟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النسخ الاحتياطي: يضيع الهاتف ولا يضيع عملك،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شيء سأنسخه احتياطيًا + أين ستُحفظ نسخه.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النسخ الاحتياطي: يضيع الهاتف ولا يضيع عملك</dc:title>
  <dc:subject>PptxGenJS Presentation</dc:subject>
  <dc:creator>Darsi</dc:creator>
  <cp:lastModifiedBy>Darsi</cp:lastModifiedBy>
  <cp:revision>1</cp:revision>
  <dcterms:created xsi:type="dcterms:W3CDTF">2026-10-28T13:25:22Z</dcterms:created>
  <dcterms:modified xsi:type="dcterms:W3CDTF">2026-10-28T13:25:22Z</dcterms:modified>
</cp:coreProperties>
</file>