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Back it up: lose a phone, not your work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it up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2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Back it up: lose a phone, not your work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a backup is and why we need more than one copy.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3-2-1 rule to plan where copies live.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one copy should stay unplugged.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Back it up: lose a phone, not your work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3-2-1 rule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copies of what matters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kinds of storage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copy away from school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copy unplugged, tested every term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Back it up: lose a phone, not your work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register live?: Three copies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A phone falls in a bucket. What is lost?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The 3-2-1 rule, drawn on the board.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copies (15 min): Groups draw where the register’s copies live.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Which copy survives a flood, and which survives ransomware?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Exit ticket.</a:t>
            </a:r>
            <a:endParaRPr lang="en-GB" sz="23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lesson, draw a phone, a cloud, a school and a house on one side of the board. Prepare paper and pencils for each group. If you have a USB drive, bring it to show.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Back it up: lose a phone, not your work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lose if your phone disappeared today?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isn’t a synced copy enough?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could the school keep a copy away from the building?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Back it up: lose a phone, not your work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I would back up + where its copies would live.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it up: lose a phone, not your work</dc:title>
  <dc:subject>PptxGenJS Presentation</dc:subject>
  <dc:creator>Darsi</dc:creator>
  <cp:lastModifiedBy>Darsi</cp:lastModifiedBy>
  <cp:revision>1</cp:revision>
  <dcterms:created xsi:type="dcterms:W3CDTF">2026-10-28T13:25:21Z</dcterms:created>
  <dcterms:modified xsi:type="dcterms:W3CDTF">2026-10-28T13:25:21Z</dcterms:modified>
</cp:coreProperties>
</file>