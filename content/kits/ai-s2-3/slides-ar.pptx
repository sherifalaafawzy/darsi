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من المعلومات،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المعلومات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٢،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من المعلومات،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الهلوسة: معلومات وأرقام واقتباسات ومصادر مختلَقة.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نتحقّق من ادعاء في مصدرين موثوقين.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نتحقّق من الصور والفيديوهات والأصوات قبل أن نشاركها.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من المعلومات،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 يبدو الذكاء الاصطناعي واثقًا ومع ذلك يختلق أشياء، بل مصادر كاملة.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مما يهمّ في مصدرين موثوقين: فسؤال روبوت الدردشة مرة أخرى ليس تحقّقًا.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 تجدها في أي مصدر موثوق؟ فلا تستخدمها، ولا تشاركها.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من المعلومات،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محقّقو المعلومات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خمّن أيّ الادعاءات الثلاثة مختلَق.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اكتشف المواضع الخطرة (٥ دقائق): ضع خطًا تحت الأرقام والتواريخ والأسماء والاقتباسات والمصادر.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التحقّق (١٠ دقائق): تحقّق من ثلاثة ادعاءات في الكتاب المدرسي أو مع معلّم.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أشارك أم لا؟ (٤ دقائق): قرّر ماذا تفعل بصورة أُعيد توجيهها.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(٣ دقائق): اكتب عادتك الخاصة للتحقّق في ثلاث خطوات.</a:t>
            </a:r>
            <a:endParaRPr lang="ar-SA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لمجموعة مراجعة أو للبيت. جهّز إجابة قصيرة على طريقة الذكاء الاصطناعي عن موضوع من كتابك المدرسي، فيها تاريخ خاطئ ومصدر مختلَق، وثلاثة ادعاءات للتمهيد، وصورة مُعاد توجيهها (مطبوعة أو موصوفة).</a:t>
            </a:r>
            <a:endParaRPr lang="ar-SA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من المعلومات،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لا يُعدّ سؤال روبوت الدردشة «هل أنت متأكد؟» تحقّقًا؟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المصادر التي تثق بها،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تفعل إذا أعاد أحد أقاربك توجيه فيديو تظن أنه مزيّف؟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من المعلومات،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الأسئلة الثلاثة التي ستطرحها قبل أن تشارك صورة أو فيديو.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تحقّق من المعلومات</dc:title>
  <dc:subject>PptxGenJS Presentation</dc:subject>
  <dc:creator>Darsi</dc:creator>
  <cp:lastModifiedBy>Darsi</cp:lastModifiedBy>
  <cp:revision>1</cp:revision>
  <dcterms:created xsi:type="dcterms:W3CDTF">2026-10-28T14:43:33Z</dcterms:created>
  <dcterms:modified xsi:type="dcterms:W3CDTF">2026-10-28T14:43:33Z</dcterms:modified>
</cp:coreProperties>
</file>