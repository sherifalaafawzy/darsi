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Check the facts · 1</a:t>
            </a:r>
            <a:endParaRPr lang="en-GB" sz="1100" dirty="0"/>
          </a:p>
        </p:txBody>
      </p:sp>
      <p:sp>
        <p:nvSpPr>
          <p:cNvPr id="5" name="Shape 2"/>
          <p:cNvSpPr/>
          <p:nvPr/>
        </p:nvSpPr>
        <p:spPr>
          <a:xfrm>
            <a:off x="813816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the facts</a:t>
            </a:r>
            <a:endParaRPr lang="en-GB" sz="5400" dirty="0"/>
          </a:p>
        </p:txBody>
      </p:sp>
      <p:sp>
        <p:nvSpPr>
          <p:cNvPr id="8" name="Text 4"/>
          <p:cNvSpPr/>
          <p:nvPr/>
        </p:nvSpPr>
        <p:spPr>
          <a:xfrm>
            <a:off x="64008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· Level 2 · Lesson 3</a:t>
            </a:r>
            <a:endParaRPr lang="en-GB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Check the facts · 2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we will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hallucinations: invented facts, numbers, quotes and sources.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a claim against two trusted sources.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photos, videos and voices before you share them.</a:t>
            </a:r>
            <a:endParaRPr lang="en-GB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Check the facts · 3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sound sure and still invent things, even whole sources.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what matters in two trusted sources: asking the chatbot again isn’t checking.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Can’t find it anywhere trusted? Don’t use it, and don’t share it.</a:t>
            </a:r>
            <a:endParaRPr lang="en-GB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Check the facts · 4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 detectives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(3 min): Guess which of three claims is made up.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risky bits (5 min): Underline numbers, dates, names, quotes and sources.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(10 min): Check three claims in the textbook or with a teacher.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or not? (4 min): Decide what to do with a forwarded photo.</a:t>
            </a:r>
            <a:endParaRPr lang="en-GB" sz="2100" dirty="0"/>
          </a:p>
          <a:p>
            <a:pPr algn="l" marL="342900" indent="-342900">
              <a:spcAft>
                <a:spcPts val="1100"/>
              </a:spcAft>
              <a:buSzPct val="100000"/>
              <a:buFont typeface="+mj-lt"/>
              <a:buAutoNum type="arabicPeriod" startAt="1"/>
            </a:pPr>
            <a:r>
              <a:rPr lang="en-GB" altLang="en-US" sz="21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 (3 min): Write your own three-step checking habit.</a:t>
            </a:r>
            <a:endParaRPr lang="en-GB" sz="2100" dirty="0"/>
          </a:p>
        </p:txBody>
      </p:sp>
      <p:sp>
        <p:nvSpPr>
          <p:cNvPr id="7" name="Shape 4"/>
          <p:cNvSpPr/>
          <p:nvPr/>
        </p:nvSpPr>
        <p:spPr>
          <a:xfrm>
            <a:off x="8321040" y="1783080"/>
            <a:ext cx="3246120" cy="4023360"/>
          </a:xfrm>
          <a:prstGeom prst="roundRect">
            <a:avLst>
              <a:gd name="adj" fmla="val 5634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58200" y="1874520"/>
            <a:ext cx="29718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GB" altLang="en-US" sz="13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revision group or at home. Prepare a short AI-style answer on a topic from your textbook with one wrong date and one invented source in it, three claims for the warm-up, and a forwarded photo (printed or described).</a:t>
            </a:r>
            <a:endParaRPr lang="en-GB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Check the facts · 5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Let’s discuss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doesn’t asking the chatbot “Are you sure?” count as checking?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sources do you trust, and why?</a:t>
            </a:r>
            <a:endParaRPr lang="en-GB" sz="2600" dirty="0"/>
          </a:p>
          <a:p>
            <a:pPr algn="l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do if a relative forwards a video you think is fake?</a:t>
            </a:r>
            <a:endParaRPr lang="en-GB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Darsi · free to copy for your school · Check the facts · 6</a:t>
            </a:r>
            <a:endParaRPr lang="en-GB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</a:t>
            </a:r>
            <a:endParaRPr lang="en-GB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300"/>
              </a:spcAft>
              <a:buSzPct val="100000"/>
              <a:buChar char="●"/>
            </a:pPr>
            <a:r>
              <a:rPr lang="en-GB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three questions you’ll ask before you share a photo or video.</a:t>
            </a:r>
            <a:endParaRPr lang="en-GB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Check the facts</dc:title>
  <dc:subject>PptxGenJS Presentation</dc:subject>
  <dc:creator>Darsi</dc:creator>
  <cp:lastModifiedBy>Darsi</cp:lastModifiedBy>
  <cp:revision>1</cp:revision>
  <dcterms:created xsi:type="dcterms:W3CDTF">2026-10-28T14:43:32Z</dcterms:created>
  <dcterms:modified xsi:type="dcterms:W3CDTF">2026-10-28T14:43:32Z</dcterms:modified>
</cp:coreProperties>
</file>