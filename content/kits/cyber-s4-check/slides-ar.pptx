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المدافعون: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بصمات البيانات: دوال التجزئة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الأقفال والمفاتيح: التشفير بالمفتاح العام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 والمدافعون الذين يراقبونها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في الأمن السيبراني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البصمة طريق في اتجاه واحد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المفتاح العام يقفل ويتحقق، والخاص يفتح ويوقّع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السرية والسلامة والتوافر، في طبقات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الإذن أولًا، دائمًا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مراجعة: مسابقة المدافعين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الاسترجاع (٣ دقائق): فكرة من كل درس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المسابقة (٥ دقائق): اشرحها لزميلك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(دقيقتان): عادة واحدة ستغيّرها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اعملا في أزواج. واجعلا النشاط قصيرًا، فاختبار الوحدة يأتي بعده.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يستطيع الموقع الجيد أن يرسل إليك كلمة مرورك؟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يثبت القفل، وماذا لا يثبت؟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ستفعل إن وجدت نقطة ضعف مصادفةً؟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المدافعون: التشفير والشبكات والمهن: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التي فاجأتني أكثر، وخطوة واحدة سأقوم بها.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المدافعون: التشفير والشبكات والمهن: اختبار الوحدة</dc:title>
  <dc:subject>PptxGenJS Presentation</dc:subject>
  <dc:creator>Darsi</dc:creator>
  <cp:lastModifiedBy>Darsi</cp:lastModifiedBy>
  <cp:revision>1</cp:revision>
  <dcterms:created xsi:type="dcterms:W3CDTF">2026-10-28T14:44:05Z</dcterms:created>
  <dcterms:modified xsi:type="dcterms:W3CDTF">2026-10-28T14:44:05Z</dcterms:modified>
</cp:coreProperties>
</file>