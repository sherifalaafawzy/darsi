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Defenders: cryptography, networks, careers: unit check · 1</a:t>
            </a:r>
            <a:endParaRPr lang="en-GB" sz="1100" dirty="0"/>
          </a:p>
        </p:txBody>
      </p:sp>
      <p:sp>
        <p:nvSpPr>
          <p:cNvPr id="5" name="Shape 2"/>
          <p:cNvSpPr/>
          <p:nvPr/>
        </p:nvSpPr>
        <p:spPr>
          <a:xfrm>
            <a:off x="813816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FDD9E5"/>
          </a:solidFill>
          <a:ln w="12700">
            <a:solidFill>
              <a:srgbClr val="FDD9E5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008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Defenders: review</a:t>
            </a:r>
            <a:endParaRPr lang="en-GB" sz="5400" dirty="0"/>
          </a:p>
        </p:txBody>
      </p:sp>
      <p:sp>
        <p:nvSpPr>
          <p:cNvPr id="8" name="Text 4"/>
          <p:cNvSpPr/>
          <p:nvPr/>
        </p:nvSpPr>
        <p:spPr>
          <a:xfrm>
            <a:off x="64008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2200" b="1" dirty="0">
                <a:solidFill>
                  <a:srgbClr val="A31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 security · Level 4 · Unit check</a:t>
            </a:r>
            <a:endParaRPr lang="en-GB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Defenders: cryptography, networks, careers: unit check · 2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this unit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Fingerprints of data: hashing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Locks and keys: public-key cryptography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Networks and the defenders who watch them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Careers in cyber security</a:t>
            </a:r>
            <a:endParaRPr lang="en-GB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Defenders: cryptography, networks, careers: unit check · 3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big ideas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hash is a one-way fingerprint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key locks and checks; private key opens and signs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Confidentiality, integrity, availability, in layers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Permission first, always</a:t>
            </a:r>
            <a:endParaRPr lang="en-GB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Defenders: cryptography, networks, careers: unit check · 4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Review: Defenders’ quiz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7223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 (3 min): One idea per lesson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 (5 min): Explain it to a partner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(2 min): One habit to change</a:t>
            </a:r>
            <a:endParaRPr lang="en-GB" sz="2600" dirty="0"/>
          </a:p>
        </p:txBody>
      </p:sp>
      <p:sp>
        <p:nvSpPr>
          <p:cNvPr id="7" name="Shape 4"/>
          <p:cNvSpPr/>
          <p:nvPr/>
        </p:nvSpPr>
        <p:spPr>
          <a:xfrm>
            <a:off x="8321040" y="1783080"/>
            <a:ext cx="3246120" cy="2011680"/>
          </a:xfrm>
          <a:prstGeom prst="roundRect">
            <a:avLst>
              <a:gd name="adj" fmla="val 9091"/>
            </a:avLst>
          </a:prstGeom>
          <a:solidFill>
            <a:srgbClr val="FFE2D2"/>
          </a:solidFill>
          <a:ln w="25400">
            <a:solidFill>
              <a:srgbClr val="FF6A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58200" y="1874520"/>
            <a:ext cx="2971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GB" altLang="en-US" sz="20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in pairs. Keep this short: the unit check comes next.</a:t>
            </a:r>
            <a:endParaRPr lang="en-GB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Defenders: cryptography, networks, careers: unit check · 5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it through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can’t a good website send you your password?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does the padlock prove, and what doesn’t it?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would you do if you found a weakness by accident?</a:t>
            </a:r>
            <a:endParaRPr lang="en-GB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Defenders: cryptography, networks, careers: unit check · 6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you go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idea that surprised me most, and one step I will take.</a:t>
            </a:r>
            <a:endParaRPr lang="en-GB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Defenders: cryptography, networks, careers: unit check</dc:title>
  <dc:subject>PptxGenJS Presentation</dc:subject>
  <dc:creator>Darsi</dc:creator>
  <cp:lastModifiedBy>Darsi</cp:lastModifiedBy>
  <cp:revision>1</cp:revision>
  <dcterms:created xsi:type="dcterms:W3CDTF">2026-10-28T14:44:05Z</dcterms:created>
  <dcterms:modified xsi:type="dcterms:W3CDTF">2026-10-28T14:44:05Z</dcterms:modified>
</cp:coreProperties>
</file>