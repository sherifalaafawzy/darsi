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 واختبر… ثم ثِق؟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الإفراط في المطابقة، ولماذا يجب أن تأتي درجة النموذج من أمثلة لم يتدرّب عليها.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الإيجابي الكاذب من السلبي الكاذب، ونحدّد أيّهما أعلى كلفة في حالة مدرسية.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نسائل ادعاءات الدقة: اختُبرت على مَن، وعلى أيّ بيانات، وما أخطاؤها؟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تخفي الدرجة الكاملة في التدريب إفراطًا في المطابقة: أمثلة محفوظة لا نمط متعلَّم.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تُحتسب إلا الدرجة على مجموعة اختبار لم يرها النموذج، ولا تصدق إلا على أشخاص يشبهون مَن فيها.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نموذج يرتكب إيجابيات كاذبة وسلبيات كاذبة، فاسأل أيّها يرتكب، وأيّها أعلى كلفة.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الحافظ والفاهم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مَن قابل طالبًا يحفظ الامتحانات السابقة؟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الحافظ والفاهم (١٢ دقيقة): طالبان، وعشرة أسئلة قديمة وخمسة جديدة.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الإفراط في المطابقة (٦ دقائق): سمِّ ما حدث، واربطه بمجموعة الاختبار.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نوعا الأخطاء (٩ دقائق): افرز البطاقات إلى إنذارات كاذبة وحالات فائتة.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(٨ دقائق): الأسئلة الثلاثة، ثم بطاقة الخروج.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بطاقة فيها عشرة مستطيلات ومساحاتها (مثلًا ٣ في ٤: ١٢)، وخمسة مستطيلات جديدة، وست بطاقات أخطاء: ثلاثة إنذارات كاذبة وثلاث حالات فائتة.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يحفظ طلاب مدرستنا بدل أن يتعلّموا؟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التنبيه إلى ترك المدرسة، أيّهما أسوأ: الإنذار الكاذب أم الحالة الفائتة؟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ادعاء عن الذكاء الاصطناعي سمعته يستحق الأسئلة الثلاثة؟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درّب واختبر… ثم ثِق؟،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الإفراط في المطابقة في جملة واحدة، واكتب مثالًا على إيجابي كاذب وآخر على سلبي كاذب من حياة المدرسة.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درّب واختبر… ثم ثِق؟</dc:title>
  <dc:subject>PptxGenJS Presentation</dc:subject>
  <dc:creator>Darsi</dc:creator>
  <cp:lastModifiedBy>Darsi</cp:lastModifiedBy>
  <cp:revision>1</cp:revision>
  <dcterms:created xsi:type="dcterms:W3CDTF">2026-10-28T13:28:35Z</dcterms:created>
  <dcterms:modified xsi:type="dcterms:W3CDTF">2026-10-28T13:28:35Z</dcterms:modified>
</cp:coreProperties>
</file>