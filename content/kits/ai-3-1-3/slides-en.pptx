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Train, test, trust?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Train, test, trust?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3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Train, test, trust?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overfitting, and why a model’s score must come from examples it never trained on.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false positives from false negatives, and say which costs more in a school case.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an accuracy claim: tested on whom, on which data, with which mistakes?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Train, test, trust?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perfect training score can hide overfitting: memorised examples, not a learned pattern.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score on a test set the model never saw counts, and only for people like those in it.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makes false positives and false negatives; ask which it makes, and which costs more.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Train, test, trust?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Memoriser and learner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Who has met a pupil who memorised past papers?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Memoriser and learner (12 min): Two pupils, ten old and five new questions.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(6 min): Name what happened, and link it to the test set.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mistakes (9 min): Sort cards into false alarms and misses.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(8 min): The three questions, then the exit ticket.</a:t>
            </a:r>
            <a:endParaRPr lang="en-GB" sz="21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 card with ten rectangles and their areas (for example 3 by 4: 12), five new rectangles, and six mistake cards: three false alarms and three misses.</a:t>
            </a:r>
            <a:endParaRPr lang="en-GB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Train, test, trust?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pupils in our school memorise instead of learning?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dropout warning, is a false alarm or a miss worse?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AI claim have you heard that deserves the three questions?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Train, test, trust?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overfitting in one sentence, and write one false positive and one false negative from school life.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Train, test, trust?</dc:title>
  <dc:subject>PptxGenJS Presentation</dc:subject>
  <dc:creator>Darsi</dc:creator>
  <cp:lastModifiedBy>Darsi</cp:lastModifiedBy>
  <cp:revision>1</cp:revision>
  <dcterms:created xsi:type="dcterms:W3CDTF">2026-10-28T13:28:34Z</dcterms:created>
  <dcterms:modified xsi:type="dcterms:W3CDTF">2026-10-28T13:28:34Z</dcterms:modified>
</cp:coreProperties>
</file>